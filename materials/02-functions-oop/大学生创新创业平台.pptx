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366" r:id="rId2"/>
    <p:sldId id="263" r:id="rId3"/>
    <p:sldId id="265" r:id="rId4"/>
    <p:sldId id="316" r:id="rId5"/>
    <p:sldId id="320" r:id="rId6"/>
    <p:sldId id="368" r:id="rId7"/>
    <p:sldId id="270" r:id="rId8"/>
    <p:sldId id="274" r:id="rId9"/>
    <p:sldId id="267" r:id="rId10"/>
    <p:sldId id="346" r:id="rId11"/>
    <p:sldId id="268" r:id="rId12"/>
    <p:sldId id="272" r:id="rId13"/>
    <p:sldId id="269" r:id="rId14"/>
    <p:sldId id="284" r:id="rId15"/>
    <p:sldId id="326" r:id="rId16"/>
    <p:sldId id="367" r:id="rId17"/>
  </p:sldIdLst>
  <p:sldSz cx="9144000" cy="5143500" type="screen16x9"/>
  <p:notesSz cx="6858000" cy="9144000"/>
  <p:embeddedFontLst>
    <p:embeddedFont>
      <p:font typeface="方正小标宋简体" panose="02010600030101010101" charset="-122"/>
      <p:regular r:id="rId19"/>
    </p:embeddedFont>
    <p:embeddedFont>
      <p:font typeface="思源黑体 CN Bold" panose="02010600030101010101" charset="-122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Impact" panose="020B0806030902050204" pitchFamily="34" charset="0"/>
      <p:regular r:id="rId27"/>
    </p:embeddedFont>
    <p:embeddedFont>
      <p:font typeface="等线" panose="02010600030101010101" pitchFamily="2" charset="-122"/>
      <p:regular r:id="rId28"/>
      <p:bold r:id="rId29"/>
    </p:embeddedFont>
    <p:embeddedFont>
      <p:font typeface="华文琥珀" panose="02010800040101010101" pitchFamily="2" charset="-122"/>
      <p:regular r:id="rId30"/>
    </p:embeddedFont>
    <p:embeddedFont>
      <p:font typeface="华文楷体" panose="02010600040101010101" pitchFamily="2" charset="-122"/>
      <p:regular r:id="rId31"/>
    </p:embeddedFont>
    <p:embeddedFont>
      <p:font typeface="微软雅黑" panose="020B0503020204020204" pitchFamily="34" charset="-122"/>
      <p:regular r:id="rId32"/>
      <p:bold r:id="rId33"/>
    </p:embeddedFont>
  </p:embeddedFontLst>
  <p:custDataLst>
    <p:tags r:id="rId3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8">
          <p15:clr>
            <a:srgbClr val="A4A3A4"/>
          </p15:clr>
        </p15:guide>
        <p15:guide id="2" pos="3946">
          <p15:clr>
            <a:srgbClr val="A4A3A4"/>
          </p15:clr>
        </p15:guide>
        <p15:guide id="3" orient="horz" pos="2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C64"/>
    <a:srgbClr val="000000"/>
    <a:srgbClr val="17242F"/>
    <a:srgbClr val="5487B1"/>
    <a:srgbClr val="283C4F"/>
    <a:srgbClr val="13131D"/>
    <a:srgbClr val="31C8E9"/>
    <a:srgbClr val="19247C"/>
    <a:srgbClr val="DB5597"/>
    <a:srgbClr val="A0CB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6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720" y="52"/>
      </p:cViewPr>
      <p:guideLst>
        <p:guide orient="horz" pos="1618"/>
        <p:guide pos="3946"/>
        <p:guide orient="horz" pos="20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21CD5-FCFC-420D-8654-CFA389C10BA9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F3565-97D3-4BC1-B53C-9B42615B759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本质：资源整合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智联招聘数据可知 创业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F3565-97D3-4BC1-B53C-9B42615B7590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pattFill prst="ltUpDiag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.sv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2" Type="http://schemas.openxmlformats.org/officeDocument/2006/relationships/tags" Target="../tags/tag7.xml"/><Relationship Id="rId16" Type="http://schemas.openxmlformats.org/officeDocument/2006/relationships/image" Target="../media/image8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1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7" t="4465" r="146"/>
          <a:stretch>
            <a:fillRect/>
          </a:stretch>
        </p:blipFill>
        <p:spPr>
          <a:xfrm>
            <a:off x="0" y="0"/>
            <a:ext cx="9144000" cy="5680772"/>
          </a:xfrm>
          <a:prstGeom prst="rect">
            <a:avLst/>
          </a:prstGeom>
        </p:spPr>
      </p:pic>
      <p:sp>
        <p:nvSpPr>
          <p:cNvPr id="13" name="等腰三角形 12"/>
          <p:cNvSpPr/>
          <p:nvPr/>
        </p:nvSpPr>
        <p:spPr>
          <a:xfrm>
            <a:off x="2800350" y="433654"/>
            <a:ext cx="3543300" cy="1568900"/>
          </a:xfrm>
          <a:prstGeom prst="triangl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0000">
                  <a:srgbClr val="012133">
                    <a:alpha val="5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0397" y="3332829"/>
            <a:ext cx="9778181" cy="35908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47700" y="1375410"/>
            <a:ext cx="7985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spc="22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大学生创新创业平台</a:t>
            </a:r>
            <a:endParaRPr lang="zh-CN" altLang="en-US" sz="6000" spc="225" dirty="0">
              <a:solidFill>
                <a:schemeClr val="bg1"/>
              </a:soli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3773113" y="3843436"/>
            <a:ext cx="1734297" cy="49324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dirty="0"/>
          </a:p>
          <a:p>
            <a:pPr algn="ctr"/>
            <a:r>
              <a:rPr lang="zh-CN" altLang="en-US" sz="1400" dirty="0"/>
              <a:t>负责人：潘廷峰</a:t>
            </a:r>
            <a:endParaRPr lang="en-US" altLang="zh-CN" sz="1400" dirty="0"/>
          </a:p>
          <a:p>
            <a:pPr algn="ctr"/>
            <a:endParaRPr lang="en-US" altLang="zh-CN" sz="1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151826" y="2492111"/>
            <a:ext cx="68403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b="1" dirty="0">
                <a:solidFill>
                  <a:schemeClr val="bg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innovation and entrepreneurship</a:t>
            </a:r>
          </a:p>
        </p:txBody>
      </p:sp>
      <p:pic>
        <p:nvPicPr>
          <p:cNvPr id="2" name="大气活力励志商务配乐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342021" y="-934918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2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31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13" grpId="0" bldLvl="0" animBg="1"/>
      <p:bldP spid="6" grpId="0"/>
      <p:bldP spid="6" grpId="1"/>
      <p:bldP spid="17" grpId="0" bldLvl="0" animBg="1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3838" b="42692"/>
          <a:stretch>
            <a:fillRect/>
          </a:stretch>
        </p:blipFill>
        <p:spPr>
          <a:xfrm>
            <a:off x="0" y="-4719"/>
            <a:ext cx="9144000" cy="5143500"/>
          </a:xfrm>
          <a:prstGeom prst="rect">
            <a:avLst/>
          </a:prstGeom>
        </p:spPr>
      </p:pic>
      <p:sp>
        <p:nvSpPr>
          <p:cNvPr id="2" name="PA_文本框 46"/>
          <p:cNvSpPr txBox="1"/>
          <p:nvPr>
            <p:custDataLst>
              <p:tags r:id="rId1"/>
            </p:custDataLst>
          </p:nvPr>
        </p:nvSpPr>
        <p:spPr>
          <a:xfrm>
            <a:off x="306629" y="1698494"/>
            <a:ext cx="1050061" cy="3011315"/>
          </a:xfrm>
          <a:custGeom>
            <a:avLst/>
            <a:gdLst/>
            <a:ahLst/>
            <a:cxnLst/>
            <a:rect l="l" t="t" r="r" b="b"/>
            <a:pathLst>
              <a:path w="818964" h="2348587">
                <a:moveTo>
                  <a:pt x="709175" y="0"/>
                </a:moveTo>
                <a:lnTo>
                  <a:pt x="818964" y="0"/>
                </a:lnTo>
                <a:lnTo>
                  <a:pt x="818964" y="2348587"/>
                </a:lnTo>
                <a:lnTo>
                  <a:pt x="531139" y="2348587"/>
                </a:lnTo>
                <a:lnTo>
                  <a:pt x="531139" y="382777"/>
                </a:lnTo>
                <a:cubicBezTo>
                  <a:pt x="485641" y="428275"/>
                  <a:pt x="408740" y="479213"/>
                  <a:pt x="300435" y="535591"/>
                </a:cubicBezTo>
                <a:cubicBezTo>
                  <a:pt x="192130" y="591969"/>
                  <a:pt x="91985" y="631532"/>
                  <a:pt x="0" y="654281"/>
                </a:cubicBezTo>
                <a:lnTo>
                  <a:pt x="0" y="369424"/>
                </a:lnTo>
                <a:cubicBezTo>
                  <a:pt x="121657" y="335795"/>
                  <a:pt x="251722" y="282137"/>
                  <a:pt x="390195" y="208450"/>
                </a:cubicBezTo>
                <a:cubicBezTo>
                  <a:pt x="528667" y="134763"/>
                  <a:pt x="634994" y="65280"/>
                  <a:pt x="709175" y="0"/>
                </a:cubicBezTo>
                <a:close/>
              </a:path>
            </a:pathLst>
          </a:custGeom>
          <a:solidFill>
            <a:schemeClr val="bg1">
              <a:alpha val="1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endParaRPr lang="zh-CN" altLang="en-US" sz="17925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PA_文本框 44"/>
          <p:cNvSpPr txBox="1"/>
          <p:nvPr>
            <p:custDataLst>
              <p:tags r:id="rId2"/>
            </p:custDataLst>
          </p:nvPr>
        </p:nvSpPr>
        <p:spPr>
          <a:xfrm>
            <a:off x="2385700" y="1713711"/>
            <a:ext cx="1852825" cy="2996098"/>
          </a:xfrm>
          <a:custGeom>
            <a:avLst/>
            <a:gdLst/>
            <a:ahLst/>
            <a:cxnLst/>
            <a:rect l="l" t="t" r="r" b="b"/>
            <a:pathLst>
              <a:path w="1445056" h="2336718">
                <a:moveTo>
                  <a:pt x="685437" y="0"/>
                </a:moveTo>
                <a:cubicBezTo>
                  <a:pt x="893146" y="0"/>
                  <a:pt x="1060302" y="55636"/>
                  <a:pt x="1186905" y="166909"/>
                </a:cubicBezTo>
                <a:cubicBezTo>
                  <a:pt x="1313508" y="278181"/>
                  <a:pt x="1376809" y="428770"/>
                  <a:pt x="1376809" y="618674"/>
                </a:cubicBezTo>
                <a:cubicBezTo>
                  <a:pt x="1376809" y="787808"/>
                  <a:pt x="1337987" y="934193"/>
                  <a:pt x="1260344" y="1057829"/>
                </a:cubicBezTo>
                <a:cubicBezTo>
                  <a:pt x="1182701" y="1181465"/>
                  <a:pt x="1049916" y="1308068"/>
                  <a:pt x="861989" y="1437638"/>
                </a:cubicBezTo>
                <a:cubicBezTo>
                  <a:pt x="670107" y="1570176"/>
                  <a:pt x="541773" y="1665128"/>
                  <a:pt x="476987" y="1722495"/>
                </a:cubicBezTo>
                <a:cubicBezTo>
                  <a:pt x="412202" y="1779862"/>
                  <a:pt x="366952" y="1834756"/>
                  <a:pt x="341235" y="1887178"/>
                </a:cubicBezTo>
                <a:cubicBezTo>
                  <a:pt x="315519" y="1939600"/>
                  <a:pt x="302661" y="2003396"/>
                  <a:pt x="302661" y="2078566"/>
                </a:cubicBezTo>
                <a:lnTo>
                  <a:pt x="1445056" y="2078566"/>
                </a:lnTo>
                <a:lnTo>
                  <a:pt x="1445056" y="2336718"/>
                </a:lnTo>
                <a:lnTo>
                  <a:pt x="0" y="2336718"/>
                </a:lnTo>
                <a:lnTo>
                  <a:pt x="0" y="2222478"/>
                </a:lnTo>
                <a:cubicBezTo>
                  <a:pt x="0" y="2089941"/>
                  <a:pt x="18051" y="1977432"/>
                  <a:pt x="54153" y="1884953"/>
                </a:cubicBezTo>
                <a:cubicBezTo>
                  <a:pt x="90254" y="1792473"/>
                  <a:pt x="149847" y="1702466"/>
                  <a:pt x="232930" y="1614932"/>
                </a:cubicBezTo>
                <a:cubicBezTo>
                  <a:pt x="316014" y="1527398"/>
                  <a:pt x="445584" y="1422307"/>
                  <a:pt x="621641" y="1299661"/>
                </a:cubicBezTo>
                <a:cubicBezTo>
                  <a:pt x="801655" y="1173057"/>
                  <a:pt x="924549" y="1062032"/>
                  <a:pt x="990324" y="966586"/>
                </a:cubicBezTo>
                <a:cubicBezTo>
                  <a:pt x="1056098" y="871139"/>
                  <a:pt x="1088985" y="762586"/>
                  <a:pt x="1088985" y="640929"/>
                </a:cubicBezTo>
                <a:cubicBezTo>
                  <a:pt x="1088985" y="517293"/>
                  <a:pt x="1049916" y="420115"/>
                  <a:pt x="971778" y="349395"/>
                </a:cubicBezTo>
                <a:cubicBezTo>
                  <a:pt x="893640" y="278676"/>
                  <a:pt x="787313" y="243316"/>
                  <a:pt x="652798" y="243316"/>
                </a:cubicBezTo>
                <a:cubicBezTo>
                  <a:pt x="557845" y="243316"/>
                  <a:pt x="461904" y="267548"/>
                  <a:pt x="364973" y="316014"/>
                </a:cubicBezTo>
                <a:cubicBezTo>
                  <a:pt x="268043" y="364479"/>
                  <a:pt x="177541" y="433715"/>
                  <a:pt x="93469" y="523722"/>
                </a:cubicBezTo>
                <a:lnTo>
                  <a:pt x="93469" y="241832"/>
                </a:lnTo>
                <a:cubicBezTo>
                  <a:pt x="168640" y="163694"/>
                  <a:pt x="253948" y="103854"/>
                  <a:pt x="349395" y="62313"/>
                </a:cubicBezTo>
                <a:cubicBezTo>
                  <a:pt x="444842" y="20771"/>
                  <a:pt x="556856" y="0"/>
                  <a:pt x="685437" y="0"/>
                </a:cubicBezTo>
                <a:close/>
              </a:path>
            </a:pathLst>
          </a:custGeom>
          <a:solidFill>
            <a:schemeClr val="bg1">
              <a:alpha val="1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endParaRPr lang="zh-CN" altLang="en-US" sz="17925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PA_文本框 48"/>
          <p:cNvSpPr txBox="1"/>
          <p:nvPr>
            <p:custDataLst>
              <p:tags r:id="rId3"/>
            </p:custDataLst>
          </p:nvPr>
        </p:nvSpPr>
        <p:spPr>
          <a:xfrm>
            <a:off x="4704757" y="1664252"/>
            <a:ext cx="1723469" cy="3045557"/>
          </a:xfrm>
          <a:custGeom>
            <a:avLst/>
            <a:gdLst/>
            <a:ahLst/>
            <a:cxnLst/>
            <a:rect l="l" t="t" r="r" b="b"/>
            <a:pathLst>
              <a:path w="1344169" h="2375292">
                <a:moveTo>
                  <a:pt x="615707" y="0"/>
                </a:moveTo>
                <a:cubicBezTo>
                  <a:pt x="811546" y="0"/>
                  <a:pt x="968811" y="51186"/>
                  <a:pt x="1087501" y="153556"/>
                </a:cubicBezTo>
                <a:cubicBezTo>
                  <a:pt x="1206192" y="255927"/>
                  <a:pt x="1265537" y="388712"/>
                  <a:pt x="1265537" y="551911"/>
                </a:cubicBezTo>
                <a:cubicBezTo>
                  <a:pt x="1265537" y="852593"/>
                  <a:pt x="1112229" y="1045960"/>
                  <a:pt x="805611" y="1132010"/>
                </a:cubicBezTo>
                <a:lnTo>
                  <a:pt x="805611" y="1137945"/>
                </a:lnTo>
                <a:cubicBezTo>
                  <a:pt x="971778" y="1155748"/>
                  <a:pt x="1103079" y="1214352"/>
                  <a:pt x="1199515" y="1313755"/>
                </a:cubicBezTo>
                <a:cubicBezTo>
                  <a:pt x="1295951" y="1413158"/>
                  <a:pt x="1344169" y="1537041"/>
                  <a:pt x="1344169" y="1685404"/>
                </a:cubicBezTo>
                <a:cubicBezTo>
                  <a:pt x="1344169" y="1892124"/>
                  <a:pt x="1269740" y="2058785"/>
                  <a:pt x="1120883" y="2185388"/>
                </a:cubicBezTo>
                <a:cubicBezTo>
                  <a:pt x="972025" y="2311991"/>
                  <a:pt x="773961" y="2375292"/>
                  <a:pt x="526689" y="2375292"/>
                </a:cubicBezTo>
                <a:cubicBezTo>
                  <a:pt x="309090" y="2375292"/>
                  <a:pt x="133527" y="2334740"/>
                  <a:pt x="0" y="2253635"/>
                </a:cubicBezTo>
                <a:lnTo>
                  <a:pt x="0" y="1952458"/>
                </a:lnTo>
                <a:cubicBezTo>
                  <a:pt x="157265" y="2074115"/>
                  <a:pt x="334806" y="2134944"/>
                  <a:pt x="532623" y="2134944"/>
                </a:cubicBezTo>
                <a:cubicBezTo>
                  <a:pt x="690877" y="2134944"/>
                  <a:pt x="816244" y="2096123"/>
                  <a:pt x="908724" y="2018479"/>
                </a:cubicBezTo>
                <a:cubicBezTo>
                  <a:pt x="1001203" y="1940836"/>
                  <a:pt x="1047443" y="1836735"/>
                  <a:pt x="1047443" y="1706175"/>
                </a:cubicBezTo>
                <a:cubicBezTo>
                  <a:pt x="1047443" y="1415384"/>
                  <a:pt x="839240" y="1269988"/>
                  <a:pt x="422835" y="1269988"/>
                </a:cubicBezTo>
                <a:lnTo>
                  <a:pt x="231447" y="1269988"/>
                </a:lnTo>
                <a:lnTo>
                  <a:pt x="231447" y="1029640"/>
                </a:lnTo>
                <a:lnTo>
                  <a:pt x="413933" y="1029640"/>
                </a:lnTo>
                <a:cubicBezTo>
                  <a:pt x="782863" y="1029640"/>
                  <a:pt x="967327" y="893146"/>
                  <a:pt x="967327" y="620158"/>
                </a:cubicBezTo>
                <a:cubicBezTo>
                  <a:pt x="967327" y="367941"/>
                  <a:pt x="826382" y="241832"/>
                  <a:pt x="544493" y="241832"/>
                </a:cubicBezTo>
                <a:cubicBezTo>
                  <a:pt x="383272" y="241832"/>
                  <a:pt x="231447" y="296232"/>
                  <a:pt x="89018" y="405031"/>
                </a:cubicBezTo>
                <a:lnTo>
                  <a:pt x="89018" y="130560"/>
                </a:lnTo>
                <a:cubicBezTo>
                  <a:pt x="239359" y="43520"/>
                  <a:pt x="414922" y="0"/>
                  <a:pt x="615707" y="0"/>
                </a:cubicBezTo>
                <a:close/>
              </a:path>
            </a:pathLst>
          </a:custGeom>
          <a:solidFill>
            <a:schemeClr val="bg1">
              <a:alpha val="1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endParaRPr lang="zh-CN" altLang="en-US" sz="17925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PA_文本框 50"/>
          <p:cNvSpPr txBox="1"/>
          <p:nvPr>
            <p:custDataLst>
              <p:tags r:id="rId4"/>
            </p:custDataLst>
          </p:nvPr>
        </p:nvSpPr>
        <p:spPr>
          <a:xfrm>
            <a:off x="6836863" y="1763171"/>
            <a:ext cx="2178116" cy="2946638"/>
          </a:xfrm>
          <a:custGeom>
            <a:avLst/>
            <a:gdLst/>
            <a:ahLst/>
            <a:cxnLst/>
            <a:rect l="l" t="t" r="r" b="b"/>
            <a:pathLst>
              <a:path w="1698757" h="2298143">
                <a:moveTo>
                  <a:pt x="1072665" y="422834"/>
                </a:moveTo>
                <a:cubicBezTo>
                  <a:pt x="969799" y="607794"/>
                  <a:pt x="859516" y="787066"/>
                  <a:pt x="741815" y="960650"/>
                </a:cubicBezTo>
                <a:cubicBezTo>
                  <a:pt x="624113" y="1134235"/>
                  <a:pt x="485641" y="1319936"/>
                  <a:pt x="326398" y="1517754"/>
                </a:cubicBezTo>
                <a:lnTo>
                  <a:pt x="1072665" y="1517754"/>
                </a:lnTo>
                <a:close/>
                <a:moveTo>
                  <a:pt x="1053377" y="0"/>
                </a:moveTo>
                <a:lnTo>
                  <a:pt x="1354554" y="0"/>
                </a:lnTo>
                <a:lnTo>
                  <a:pt x="1354554" y="1517754"/>
                </a:lnTo>
                <a:lnTo>
                  <a:pt x="1698757" y="1517754"/>
                </a:lnTo>
                <a:lnTo>
                  <a:pt x="1698757" y="1758102"/>
                </a:lnTo>
                <a:lnTo>
                  <a:pt x="1354554" y="1758102"/>
                </a:lnTo>
                <a:lnTo>
                  <a:pt x="1354554" y="2298143"/>
                </a:lnTo>
                <a:lnTo>
                  <a:pt x="1072665" y="2298143"/>
                </a:lnTo>
                <a:lnTo>
                  <a:pt x="1072665" y="1758102"/>
                </a:lnTo>
                <a:lnTo>
                  <a:pt x="0" y="1758102"/>
                </a:lnTo>
                <a:lnTo>
                  <a:pt x="0" y="1531106"/>
                </a:lnTo>
                <a:cubicBezTo>
                  <a:pt x="190893" y="1316474"/>
                  <a:pt x="382776" y="1069203"/>
                  <a:pt x="575648" y="789291"/>
                </a:cubicBezTo>
                <a:cubicBezTo>
                  <a:pt x="768520" y="509380"/>
                  <a:pt x="927763" y="246282"/>
                  <a:pt x="1053377" y="0"/>
                </a:cubicBezTo>
                <a:close/>
              </a:path>
            </a:pathLst>
          </a:custGeom>
          <a:solidFill>
            <a:schemeClr val="bg1">
              <a:alpha val="1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noAutofit/>
          </a:bodyPr>
          <a:lstStyle/>
          <a:p>
            <a:endParaRPr lang="zh-CN" altLang="en-US" sz="17925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3656" y="2665522"/>
            <a:ext cx="1580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Rectangle 714"/>
          <p:cNvSpPr>
            <a:spLocks noChangeArrowheads="1"/>
          </p:cNvSpPr>
          <p:nvPr/>
        </p:nvSpPr>
        <p:spPr bwMode="auto">
          <a:xfrm>
            <a:off x="719243" y="1971675"/>
            <a:ext cx="598665" cy="480431"/>
          </a:xfrm>
          <a:custGeom>
            <a:avLst/>
            <a:gdLst>
              <a:gd name="T0" fmla="*/ 469 w 474"/>
              <a:gd name="T1" fmla="*/ 155 h 381"/>
              <a:gd name="T2" fmla="*/ 451 w 474"/>
              <a:gd name="T3" fmla="*/ 165 h 381"/>
              <a:gd name="T4" fmla="*/ 441 w 474"/>
              <a:gd name="T5" fmla="*/ 162 h 381"/>
              <a:gd name="T6" fmla="*/ 237 w 474"/>
              <a:gd name="T7" fmla="*/ 44 h 381"/>
              <a:gd name="T8" fmla="*/ 33 w 474"/>
              <a:gd name="T9" fmla="*/ 162 h 381"/>
              <a:gd name="T10" fmla="*/ 6 w 474"/>
              <a:gd name="T11" fmla="*/ 155 h 381"/>
              <a:gd name="T12" fmla="*/ 13 w 474"/>
              <a:gd name="T13" fmla="*/ 127 h 381"/>
              <a:gd name="T14" fmla="*/ 227 w 474"/>
              <a:gd name="T15" fmla="*/ 4 h 381"/>
              <a:gd name="T16" fmla="*/ 247 w 474"/>
              <a:gd name="T17" fmla="*/ 4 h 381"/>
              <a:gd name="T18" fmla="*/ 461 w 474"/>
              <a:gd name="T19" fmla="*/ 127 h 381"/>
              <a:gd name="T20" fmla="*/ 469 w 474"/>
              <a:gd name="T21" fmla="*/ 155 h 381"/>
              <a:gd name="T22" fmla="*/ 418 w 474"/>
              <a:gd name="T23" fmla="*/ 176 h 381"/>
              <a:gd name="T24" fmla="*/ 418 w 474"/>
              <a:gd name="T25" fmla="*/ 361 h 381"/>
              <a:gd name="T26" fmla="*/ 398 w 474"/>
              <a:gd name="T27" fmla="*/ 381 h 381"/>
              <a:gd name="T28" fmla="*/ 317 w 474"/>
              <a:gd name="T29" fmla="*/ 381 h 381"/>
              <a:gd name="T30" fmla="*/ 297 w 474"/>
              <a:gd name="T31" fmla="*/ 361 h 381"/>
              <a:gd name="T32" fmla="*/ 297 w 474"/>
              <a:gd name="T33" fmla="*/ 302 h 381"/>
              <a:gd name="T34" fmla="*/ 237 w 474"/>
              <a:gd name="T35" fmla="*/ 242 h 381"/>
              <a:gd name="T36" fmla="*/ 177 w 474"/>
              <a:gd name="T37" fmla="*/ 302 h 381"/>
              <a:gd name="T38" fmla="*/ 177 w 474"/>
              <a:gd name="T39" fmla="*/ 361 h 381"/>
              <a:gd name="T40" fmla="*/ 157 w 474"/>
              <a:gd name="T41" fmla="*/ 381 h 381"/>
              <a:gd name="T42" fmla="*/ 76 w 474"/>
              <a:gd name="T43" fmla="*/ 381 h 381"/>
              <a:gd name="T44" fmla="*/ 56 w 474"/>
              <a:gd name="T45" fmla="*/ 361 h 381"/>
              <a:gd name="T46" fmla="*/ 56 w 474"/>
              <a:gd name="T47" fmla="*/ 176 h 381"/>
              <a:gd name="T48" fmla="*/ 66 w 474"/>
              <a:gd name="T49" fmla="*/ 158 h 381"/>
              <a:gd name="T50" fmla="*/ 227 w 474"/>
              <a:gd name="T51" fmla="*/ 65 h 381"/>
              <a:gd name="T52" fmla="*/ 247 w 474"/>
              <a:gd name="T53" fmla="*/ 65 h 381"/>
              <a:gd name="T54" fmla="*/ 408 w 474"/>
              <a:gd name="T55" fmla="*/ 158 h 381"/>
              <a:gd name="T56" fmla="*/ 418 w 474"/>
              <a:gd name="T57" fmla="*/ 176 h 381"/>
              <a:gd name="T58" fmla="*/ 378 w 474"/>
              <a:gd name="T59" fmla="*/ 187 h 381"/>
              <a:gd name="T60" fmla="*/ 237 w 474"/>
              <a:gd name="T61" fmla="*/ 106 h 381"/>
              <a:gd name="T62" fmla="*/ 96 w 474"/>
              <a:gd name="T63" fmla="*/ 187 h 381"/>
              <a:gd name="T64" fmla="*/ 96 w 474"/>
              <a:gd name="T65" fmla="*/ 341 h 381"/>
              <a:gd name="T66" fmla="*/ 137 w 474"/>
              <a:gd name="T67" fmla="*/ 341 h 381"/>
              <a:gd name="T68" fmla="*/ 137 w 474"/>
              <a:gd name="T69" fmla="*/ 302 h 381"/>
              <a:gd name="T70" fmla="*/ 237 w 474"/>
              <a:gd name="T71" fmla="*/ 202 h 381"/>
              <a:gd name="T72" fmla="*/ 337 w 474"/>
              <a:gd name="T73" fmla="*/ 302 h 381"/>
              <a:gd name="T74" fmla="*/ 337 w 474"/>
              <a:gd name="T75" fmla="*/ 341 h 381"/>
              <a:gd name="T76" fmla="*/ 378 w 474"/>
              <a:gd name="T77" fmla="*/ 341 h 381"/>
              <a:gd name="T78" fmla="*/ 378 w 474"/>
              <a:gd name="T79" fmla="*/ 187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74" h="381">
                <a:moveTo>
                  <a:pt x="469" y="155"/>
                </a:moveTo>
                <a:cubicBezTo>
                  <a:pt x="465" y="161"/>
                  <a:pt x="458" y="165"/>
                  <a:pt x="451" y="165"/>
                </a:cubicBezTo>
                <a:cubicBezTo>
                  <a:pt x="448" y="165"/>
                  <a:pt x="444" y="164"/>
                  <a:pt x="441" y="162"/>
                </a:cubicBezTo>
                <a:lnTo>
                  <a:pt x="237" y="44"/>
                </a:lnTo>
                <a:lnTo>
                  <a:pt x="33" y="162"/>
                </a:lnTo>
                <a:cubicBezTo>
                  <a:pt x="23" y="168"/>
                  <a:pt x="11" y="164"/>
                  <a:pt x="6" y="155"/>
                </a:cubicBezTo>
                <a:cubicBezTo>
                  <a:pt x="0" y="145"/>
                  <a:pt x="3" y="133"/>
                  <a:pt x="13" y="127"/>
                </a:cubicBezTo>
                <a:lnTo>
                  <a:pt x="227" y="4"/>
                </a:lnTo>
                <a:cubicBezTo>
                  <a:pt x="233" y="0"/>
                  <a:pt x="241" y="0"/>
                  <a:pt x="247" y="4"/>
                </a:cubicBezTo>
                <a:lnTo>
                  <a:pt x="461" y="127"/>
                </a:lnTo>
                <a:cubicBezTo>
                  <a:pt x="471" y="133"/>
                  <a:pt x="474" y="145"/>
                  <a:pt x="469" y="155"/>
                </a:cubicBezTo>
                <a:close/>
                <a:moveTo>
                  <a:pt x="418" y="176"/>
                </a:moveTo>
                <a:lnTo>
                  <a:pt x="418" y="361"/>
                </a:lnTo>
                <a:cubicBezTo>
                  <a:pt x="418" y="372"/>
                  <a:pt x="409" y="381"/>
                  <a:pt x="398" y="381"/>
                </a:cubicBezTo>
                <a:lnTo>
                  <a:pt x="317" y="381"/>
                </a:lnTo>
                <a:cubicBezTo>
                  <a:pt x="306" y="381"/>
                  <a:pt x="297" y="372"/>
                  <a:pt x="297" y="361"/>
                </a:cubicBezTo>
                <a:lnTo>
                  <a:pt x="297" y="302"/>
                </a:lnTo>
                <a:cubicBezTo>
                  <a:pt x="297" y="269"/>
                  <a:pt x="270" y="242"/>
                  <a:pt x="237" y="242"/>
                </a:cubicBezTo>
                <a:cubicBezTo>
                  <a:pt x="204" y="242"/>
                  <a:pt x="177" y="269"/>
                  <a:pt x="177" y="302"/>
                </a:cubicBezTo>
                <a:lnTo>
                  <a:pt x="177" y="361"/>
                </a:lnTo>
                <a:cubicBezTo>
                  <a:pt x="177" y="372"/>
                  <a:pt x="168" y="381"/>
                  <a:pt x="157" y="381"/>
                </a:cubicBezTo>
                <a:lnTo>
                  <a:pt x="76" y="381"/>
                </a:lnTo>
                <a:cubicBezTo>
                  <a:pt x="65" y="381"/>
                  <a:pt x="56" y="372"/>
                  <a:pt x="56" y="361"/>
                </a:cubicBezTo>
                <a:lnTo>
                  <a:pt x="56" y="176"/>
                </a:lnTo>
                <a:cubicBezTo>
                  <a:pt x="56" y="168"/>
                  <a:pt x="60" y="162"/>
                  <a:pt x="66" y="158"/>
                </a:cubicBezTo>
                <a:lnTo>
                  <a:pt x="227" y="65"/>
                </a:lnTo>
                <a:cubicBezTo>
                  <a:pt x="233" y="62"/>
                  <a:pt x="241" y="62"/>
                  <a:pt x="247" y="65"/>
                </a:cubicBezTo>
                <a:lnTo>
                  <a:pt x="408" y="158"/>
                </a:lnTo>
                <a:cubicBezTo>
                  <a:pt x="414" y="162"/>
                  <a:pt x="418" y="168"/>
                  <a:pt x="418" y="176"/>
                </a:cubicBezTo>
                <a:close/>
                <a:moveTo>
                  <a:pt x="378" y="187"/>
                </a:moveTo>
                <a:lnTo>
                  <a:pt x="237" y="106"/>
                </a:lnTo>
                <a:lnTo>
                  <a:pt x="96" y="187"/>
                </a:lnTo>
                <a:lnTo>
                  <a:pt x="96" y="341"/>
                </a:lnTo>
                <a:lnTo>
                  <a:pt x="137" y="341"/>
                </a:lnTo>
                <a:lnTo>
                  <a:pt x="137" y="302"/>
                </a:lnTo>
                <a:cubicBezTo>
                  <a:pt x="137" y="247"/>
                  <a:pt x="182" y="202"/>
                  <a:pt x="237" y="202"/>
                </a:cubicBezTo>
                <a:cubicBezTo>
                  <a:pt x="292" y="202"/>
                  <a:pt x="337" y="247"/>
                  <a:pt x="337" y="302"/>
                </a:cubicBezTo>
                <a:lnTo>
                  <a:pt x="337" y="341"/>
                </a:lnTo>
                <a:lnTo>
                  <a:pt x="378" y="341"/>
                </a:lnTo>
                <a:lnTo>
                  <a:pt x="378" y="187"/>
                </a:lnTo>
                <a:close/>
              </a:path>
            </a:pathLst>
          </a:custGeom>
          <a:solidFill>
            <a:srgbClr val="31C8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15"/>
          </a:p>
        </p:txBody>
      </p:sp>
      <p:sp>
        <p:nvSpPr>
          <p:cNvPr id="9" name="文本框 8"/>
          <p:cNvSpPr txBox="1"/>
          <p:nvPr/>
        </p:nvSpPr>
        <p:spPr>
          <a:xfrm>
            <a:off x="54650" y="3036231"/>
            <a:ext cx="1976755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90" cap="all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Introduction to project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151812" y="2665522"/>
            <a:ext cx="1580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082270" y="3045072"/>
            <a:ext cx="1710902" cy="21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90" cap="all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Problem analysis</a:t>
            </a:r>
          </a:p>
        </p:txBody>
      </p:sp>
      <p:sp>
        <p:nvSpPr>
          <p:cNvPr id="59" name="Freeform 684"/>
          <p:cNvSpPr>
            <a:spLocks noEditPoints="1"/>
          </p:cNvSpPr>
          <p:nvPr/>
        </p:nvSpPr>
        <p:spPr bwMode="auto">
          <a:xfrm>
            <a:off x="7711784" y="2038881"/>
            <a:ext cx="459336" cy="476423"/>
          </a:xfrm>
          <a:custGeom>
            <a:avLst/>
            <a:gdLst>
              <a:gd name="T0" fmla="*/ 3411 w 3881"/>
              <a:gd name="T1" fmla="*/ 2379 h 4032"/>
              <a:gd name="T2" fmla="*/ 1940 w 3881"/>
              <a:gd name="T3" fmla="*/ 0 h 4032"/>
              <a:gd name="T4" fmla="*/ 598 w 3881"/>
              <a:gd name="T5" fmla="*/ 2593 h 4032"/>
              <a:gd name="T6" fmla="*/ 0 w 3881"/>
              <a:gd name="T7" fmla="*/ 3301 h 4032"/>
              <a:gd name="T8" fmla="*/ 103 w 3881"/>
              <a:gd name="T9" fmla="*/ 3804 h 4032"/>
              <a:gd name="T10" fmla="*/ 1878 w 3881"/>
              <a:gd name="T11" fmla="*/ 4032 h 4032"/>
              <a:gd name="T12" fmla="*/ 3083 w 3881"/>
              <a:gd name="T13" fmla="*/ 3629 h 4032"/>
              <a:gd name="T14" fmla="*/ 3763 w 3881"/>
              <a:gd name="T15" fmla="*/ 3033 h 4032"/>
              <a:gd name="T16" fmla="*/ 3767 w 3881"/>
              <a:gd name="T17" fmla="*/ 2482 h 4032"/>
              <a:gd name="T18" fmla="*/ 1940 w 3881"/>
              <a:gd name="T19" fmla="*/ 240 h 4032"/>
              <a:gd name="T20" fmla="*/ 2154 w 3881"/>
              <a:gd name="T21" fmla="*/ 3032 h 4032"/>
              <a:gd name="T22" fmla="*/ 2290 w 3881"/>
              <a:gd name="T23" fmla="*/ 2967 h 4032"/>
              <a:gd name="T24" fmla="*/ 2484 w 3881"/>
              <a:gd name="T25" fmla="*/ 2398 h 4032"/>
              <a:gd name="T26" fmla="*/ 2488 w 3881"/>
              <a:gd name="T27" fmla="*/ 2072 h 4032"/>
              <a:gd name="T28" fmla="*/ 2060 w 3881"/>
              <a:gd name="T29" fmla="*/ 932 h 4032"/>
              <a:gd name="T30" fmla="*/ 2368 w 3881"/>
              <a:gd name="T31" fmla="*/ 1336 h 4032"/>
              <a:gd name="T32" fmla="*/ 2060 w 3881"/>
              <a:gd name="T33" fmla="*/ 681 h 4032"/>
              <a:gd name="T34" fmla="*/ 1940 w 3881"/>
              <a:gd name="T35" fmla="*/ 448 h 4032"/>
              <a:gd name="T36" fmla="*/ 1820 w 3881"/>
              <a:gd name="T37" fmla="*/ 681 h 4032"/>
              <a:gd name="T38" fmla="*/ 1820 w 3881"/>
              <a:gd name="T39" fmla="*/ 1751 h 4032"/>
              <a:gd name="T40" fmla="*/ 1717 w 3881"/>
              <a:gd name="T41" fmla="*/ 2285 h 4032"/>
              <a:gd name="T42" fmla="*/ 1512 w 3881"/>
              <a:gd name="T43" fmla="*/ 1952 h 4032"/>
              <a:gd name="T44" fmla="*/ 1494 w 3881"/>
              <a:gd name="T45" fmla="*/ 2391 h 4032"/>
              <a:gd name="T46" fmla="*/ 899 w 3881"/>
              <a:gd name="T47" fmla="*/ 2586 h 4032"/>
              <a:gd name="T48" fmla="*/ 2248 w 3881"/>
              <a:gd name="T49" fmla="*/ 2072 h 4032"/>
              <a:gd name="T50" fmla="*/ 2224 w 3881"/>
              <a:gd name="T51" fmla="*/ 2171 h 4032"/>
              <a:gd name="T52" fmla="*/ 2060 w 3881"/>
              <a:gd name="T53" fmla="*/ 1789 h 4032"/>
              <a:gd name="T54" fmla="*/ 1820 w 3881"/>
              <a:gd name="T55" fmla="*/ 932 h 4032"/>
              <a:gd name="T56" fmla="*/ 1632 w 3881"/>
              <a:gd name="T57" fmla="*/ 1216 h 4032"/>
              <a:gd name="T58" fmla="*/ 3596 w 3881"/>
              <a:gd name="T59" fmla="*/ 2861 h 4032"/>
              <a:gd name="T60" fmla="*/ 2940 w 3881"/>
              <a:gd name="T61" fmla="*/ 3437 h 4032"/>
              <a:gd name="T62" fmla="*/ 1631 w 3881"/>
              <a:gd name="T63" fmla="*/ 3775 h 4032"/>
              <a:gd name="T64" fmla="*/ 240 w 3881"/>
              <a:gd name="T65" fmla="*/ 3301 h 4032"/>
              <a:gd name="T66" fmla="*/ 699 w 3881"/>
              <a:gd name="T67" fmla="*/ 2826 h 4032"/>
              <a:gd name="T68" fmla="*/ 1114 w 3881"/>
              <a:gd name="T69" fmla="*/ 2826 h 4032"/>
              <a:gd name="T70" fmla="*/ 1166 w 3881"/>
              <a:gd name="T71" fmla="*/ 2814 h 4032"/>
              <a:gd name="T72" fmla="*/ 1999 w 3881"/>
              <a:gd name="T73" fmla="*/ 2416 h 4032"/>
              <a:gd name="T74" fmla="*/ 2267 w 3881"/>
              <a:gd name="T75" fmla="*/ 2501 h 4032"/>
              <a:gd name="T76" fmla="*/ 1519 w 3881"/>
              <a:gd name="T77" fmla="*/ 3042 h 4032"/>
              <a:gd name="T78" fmla="*/ 1567 w 3881"/>
              <a:gd name="T79" fmla="*/ 3272 h 4032"/>
              <a:gd name="T80" fmla="*/ 3036 w 3881"/>
              <a:gd name="T81" fmla="*/ 2994 h 4032"/>
              <a:gd name="T82" fmla="*/ 3598 w 3881"/>
              <a:gd name="T83" fmla="*/ 2652 h 4032"/>
              <a:gd name="T84" fmla="*/ 3596 w 3881"/>
              <a:gd name="T85" fmla="*/ 2861 h 4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881" h="4032">
                <a:moveTo>
                  <a:pt x="3767" y="2482"/>
                </a:moveTo>
                <a:cubicBezTo>
                  <a:pt x="3671" y="2386"/>
                  <a:pt x="3536" y="2352"/>
                  <a:pt x="3411" y="2379"/>
                </a:cubicBezTo>
                <a:cubicBezTo>
                  <a:pt x="3522" y="2157"/>
                  <a:pt x="3584" y="1908"/>
                  <a:pt x="3584" y="1644"/>
                </a:cubicBezTo>
                <a:cubicBezTo>
                  <a:pt x="3584" y="738"/>
                  <a:pt x="2847" y="0"/>
                  <a:pt x="1940" y="0"/>
                </a:cubicBezTo>
                <a:cubicBezTo>
                  <a:pt x="1033" y="0"/>
                  <a:pt x="296" y="738"/>
                  <a:pt x="296" y="1644"/>
                </a:cubicBezTo>
                <a:cubicBezTo>
                  <a:pt x="296" y="1997"/>
                  <a:pt x="408" y="2325"/>
                  <a:pt x="598" y="2593"/>
                </a:cubicBezTo>
                <a:cubicBezTo>
                  <a:pt x="439" y="2617"/>
                  <a:pt x="292" y="2695"/>
                  <a:pt x="184" y="2816"/>
                </a:cubicBezTo>
                <a:cubicBezTo>
                  <a:pt x="65" y="2950"/>
                  <a:pt x="0" y="3122"/>
                  <a:pt x="0" y="3301"/>
                </a:cubicBezTo>
                <a:lnTo>
                  <a:pt x="0" y="3685"/>
                </a:lnTo>
                <a:cubicBezTo>
                  <a:pt x="0" y="3745"/>
                  <a:pt x="44" y="3796"/>
                  <a:pt x="103" y="3804"/>
                </a:cubicBezTo>
                <a:lnTo>
                  <a:pt x="1598" y="4013"/>
                </a:lnTo>
                <a:cubicBezTo>
                  <a:pt x="1691" y="4026"/>
                  <a:pt x="1785" y="4032"/>
                  <a:pt x="1878" y="4032"/>
                </a:cubicBezTo>
                <a:cubicBezTo>
                  <a:pt x="2201" y="4032"/>
                  <a:pt x="2517" y="3955"/>
                  <a:pt x="2807" y="3803"/>
                </a:cubicBezTo>
                <a:cubicBezTo>
                  <a:pt x="2903" y="3753"/>
                  <a:pt x="2996" y="3695"/>
                  <a:pt x="3083" y="3629"/>
                </a:cubicBezTo>
                <a:cubicBezTo>
                  <a:pt x="3273" y="3488"/>
                  <a:pt x="3454" y="3333"/>
                  <a:pt x="3624" y="3168"/>
                </a:cubicBezTo>
                <a:lnTo>
                  <a:pt x="3763" y="3033"/>
                </a:lnTo>
                <a:cubicBezTo>
                  <a:pt x="3838" y="2961"/>
                  <a:pt x="3880" y="2863"/>
                  <a:pt x="3881" y="2759"/>
                </a:cubicBezTo>
                <a:cubicBezTo>
                  <a:pt x="3881" y="2654"/>
                  <a:pt x="3841" y="2556"/>
                  <a:pt x="3767" y="2482"/>
                </a:cubicBezTo>
                <a:close/>
                <a:moveTo>
                  <a:pt x="536" y="1644"/>
                </a:moveTo>
                <a:cubicBezTo>
                  <a:pt x="536" y="870"/>
                  <a:pt x="1166" y="240"/>
                  <a:pt x="1940" y="240"/>
                </a:cubicBezTo>
                <a:cubicBezTo>
                  <a:pt x="2714" y="240"/>
                  <a:pt x="3344" y="870"/>
                  <a:pt x="3344" y="1644"/>
                </a:cubicBezTo>
                <a:cubicBezTo>
                  <a:pt x="3344" y="2346"/>
                  <a:pt x="2827" y="2929"/>
                  <a:pt x="2154" y="3032"/>
                </a:cubicBezTo>
                <a:lnTo>
                  <a:pt x="2140" y="3032"/>
                </a:lnTo>
                <a:lnTo>
                  <a:pt x="2290" y="2967"/>
                </a:lnTo>
                <a:cubicBezTo>
                  <a:pt x="2293" y="2965"/>
                  <a:pt x="2297" y="2964"/>
                  <a:pt x="2300" y="2962"/>
                </a:cubicBezTo>
                <a:cubicBezTo>
                  <a:pt x="2501" y="2853"/>
                  <a:pt x="2582" y="2605"/>
                  <a:pt x="2484" y="2398"/>
                </a:cubicBezTo>
                <a:cubicBezTo>
                  <a:pt x="2470" y="2368"/>
                  <a:pt x="2452" y="2340"/>
                  <a:pt x="2432" y="2315"/>
                </a:cubicBezTo>
                <a:cubicBezTo>
                  <a:pt x="2468" y="2241"/>
                  <a:pt x="2488" y="2159"/>
                  <a:pt x="2488" y="2072"/>
                </a:cubicBezTo>
                <a:cubicBezTo>
                  <a:pt x="2488" y="1811"/>
                  <a:pt x="2305" y="1593"/>
                  <a:pt x="2060" y="1538"/>
                </a:cubicBezTo>
                <a:lnTo>
                  <a:pt x="2060" y="932"/>
                </a:lnTo>
                <a:cubicBezTo>
                  <a:pt x="2170" y="979"/>
                  <a:pt x="2248" y="1089"/>
                  <a:pt x="2248" y="1216"/>
                </a:cubicBezTo>
                <a:cubicBezTo>
                  <a:pt x="2248" y="1282"/>
                  <a:pt x="2302" y="1336"/>
                  <a:pt x="2368" y="1336"/>
                </a:cubicBezTo>
                <a:cubicBezTo>
                  <a:pt x="2434" y="1336"/>
                  <a:pt x="2488" y="1282"/>
                  <a:pt x="2488" y="1216"/>
                </a:cubicBezTo>
                <a:cubicBezTo>
                  <a:pt x="2488" y="955"/>
                  <a:pt x="2305" y="736"/>
                  <a:pt x="2060" y="681"/>
                </a:cubicBezTo>
                <a:lnTo>
                  <a:pt x="2060" y="568"/>
                </a:lnTo>
                <a:cubicBezTo>
                  <a:pt x="2060" y="502"/>
                  <a:pt x="2006" y="448"/>
                  <a:pt x="1940" y="448"/>
                </a:cubicBezTo>
                <a:cubicBezTo>
                  <a:pt x="1874" y="448"/>
                  <a:pt x="1820" y="502"/>
                  <a:pt x="1820" y="568"/>
                </a:cubicBezTo>
                <a:lnTo>
                  <a:pt x="1820" y="681"/>
                </a:lnTo>
                <a:cubicBezTo>
                  <a:pt x="1575" y="736"/>
                  <a:pt x="1392" y="955"/>
                  <a:pt x="1392" y="1216"/>
                </a:cubicBezTo>
                <a:cubicBezTo>
                  <a:pt x="1392" y="1477"/>
                  <a:pt x="1575" y="1696"/>
                  <a:pt x="1820" y="1751"/>
                </a:cubicBezTo>
                <a:lnTo>
                  <a:pt x="1820" y="2235"/>
                </a:lnTo>
                <a:lnTo>
                  <a:pt x="1717" y="2285"/>
                </a:lnTo>
                <a:cubicBezTo>
                  <a:pt x="1664" y="2229"/>
                  <a:pt x="1632" y="2155"/>
                  <a:pt x="1632" y="2072"/>
                </a:cubicBezTo>
                <a:cubicBezTo>
                  <a:pt x="1632" y="2006"/>
                  <a:pt x="1578" y="1952"/>
                  <a:pt x="1512" y="1952"/>
                </a:cubicBezTo>
                <a:cubicBezTo>
                  <a:pt x="1446" y="1952"/>
                  <a:pt x="1392" y="2006"/>
                  <a:pt x="1392" y="2072"/>
                </a:cubicBezTo>
                <a:cubicBezTo>
                  <a:pt x="1392" y="2191"/>
                  <a:pt x="1430" y="2301"/>
                  <a:pt x="1494" y="2391"/>
                </a:cubicBezTo>
                <a:lnTo>
                  <a:pt x="1087" y="2586"/>
                </a:lnTo>
                <a:lnTo>
                  <a:pt x="899" y="2586"/>
                </a:lnTo>
                <a:cubicBezTo>
                  <a:pt x="673" y="2337"/>
                  <a:pt x="536" y="2006"/>
                  <a:pt x="536" y="1644"/>
                </a:cubicBezTo>
                <a:close/>
                <a:moveTo>
                  <a:pt x="2248" y="2072"/>
                </a:moveTo>
                <a:cubicBezTo>
                  <a:pt x="2248" y="2108"/>
                  <a:pt x="2242" y="2142"/>
                  <a:pt x="2231" y="2173"/>
                </a:cubicBezTo>
                <a:cubicBezTo>
                  <a:pt x="2229" y="2173"/>
                  <a:pt x="2226" y="2172"/>
                  <a:pt x="2224" y="2171"/>
                </a:cubicBezTo>
                <a:cubicBezTo>
                  <a:pt x="2171" y="2154"/>
                  <a:pt x="2115" y="2148"/>
                  <a:pt x="2060" y="2152"/>
                </a:cubicBezTo>
                <a:lnTo>
                  <a:pt x="2060" y="1789"/>
                </a:lnTo>
                <a:cubicBezTo>
                  <a:pt x="2171" y="1835"/>
                  <a:pt x="2248" y="1945"/>
                  <a:pt x="2248" y="2072"/>
                </a:cubicBezTo>
                <a:close/>
                <a:moveTo>
                  <a:pt x="1820" y="932"/>
                </a:moveTo>
                <a:lnTo>
                  <a:pt x="1820" y="1500"/>
                </a:lnTo>
                <a:cubicBezTo>
                  <a:pt x="1710" y="1453"/>
                  <a:pt x="1632" y="1343"/>
                  <a:pt x="1632" y="1216"/>
                </a:cubicBezTo>
                <a:cubicBezTo>
                  <a:pt x="1632" y="1089"/>
                  <a:pt x="1710" y="979"/>
                  <a:pt x="1820" y="932"/>
                </a:cubicBezTo>
                <a:close/>
                <a:moveTo>
                  <a:pt x="3596" y="2861"/>
                </a:moveTo>
                <a:lnTo>
                  <a:pt x="3457" y="2996"/>
                </a:lnTo>
                <a:cubicBezTo>
                  <a:pt x="3295" y="3153"/>
                  <a:pt x="3121" y="3302"/>
                  <a:pt x="2940" y="3437"/>
                </a:cubicBezTo>
                <a:cubicBezTo>
                  <a:pt x="2862" y="3495"/>
                  <a:pt x="2780" y="3546"/>
                  <a:pt x="2696" y="3591"/>
                </a:cubicBezTo>
                <a:cubicBezTo>
                  <a:pt x="2367" y="3762"/>
                  <a:pt x="1998" y="3826"/>
                  <a:pt x="1631" y="3775"/>
                </a:cubicBezTo>
                <a:lnTo>
                  <a:pt x="240" y="3581"/>
                </a:lnTo>
                <a:lnTo>
                  <a:pt x="240" y="3301"/>
                </a:lnTo>
                <a:cubicBezTo>
                  <a:pt x="240" y="3181"/>
                  <a:pt x="284" y="3066"/>
                  <a:pt x="363" y="2976"/>
                </a:cubicBezTo>
                <a:cubicBezTo>
                  <a:pt x="448" y="2881"/>
                  <a:pt x="571" y="2826"/>
                  <a:pt x="699" y="2826"/>
                </a:cubicBezTo>
                <a:lnTo>
                  <a:pt x="699" y="2826"/>
                </a:lnTo>
                <a:lnTo>
                  <a:pt x="1114" y="2826"/>
                </a:lnTo>
                <a:lnTo>
                  <a:pt x="1114" y="2826"/>
                </a:lnTo>
                <a:cubicBezTo>
                  <a:pt x="1132" y="2826"/>
                  <a:pt x="1149" y="2822"/>
                  <a:pt x="1166" y="2814"/>
                </a:cubicBezTo>
                <a:lnTo>
                  <a:pt x="1992" y="2419"/>
                </a:lnTo>
                <a:cubicBezTo>
                  <a:pt x="1994" y="2418"/>
                  <a:pt x="1997" y="2417"/>
                  <a:pt x="1999" y="2416"/>
                </a:cubicBezTo>
                <a:cubicBezTo>
                  <a:pt x="2046" y="2389"/>
                  <a:pt x="2100" y="2384"/>
                  <a:pt x="2151" y="2400"/>
                </a:cubicBezTo>
                <a:cubicBezTo>
                  <a:pt x="2203" y="2416"/>
                  <a:pt x="2244" y="2452"/>
                  <a:pt x="2267" y="2501"/>
                </a:cubicBezTo>
                <a:cubicBezTo>
                  <a:pt x="2310" y="2591"/>
                  <a:pt x="2276" y="2700"/>
                  <a:pt x="2189" y="2749"/>
                </a:cubicBezTo>
                <a:lnTo>
                  <a:pt x="1519" y="3042"/>
                </a:lnTo>
                <a:cubicBezTo>
                  <a:pt x="1466" y="3065"/>
                  <a:pt x="1438" y="3121"/>
                  <a:pt x="1449" y="3177"/>
                </a:cubicBezTo>
                <a:cubicBezTo>
                  <a:pt x="1461" y="3233"/>
                  <a:pt x="1510" y="3272"/>
                  <a:pt x="1567" y="3272"/>
                </a:cubicBezTo>
                <a:lnTo>
                  <a:pt x="2363" y="3272"/>
                </a:lnTo>
                <a:cubicBezTo>
                  <a:pt x="2617" y="3272"/>
                  <a:pt x="2856" y="3173"/>
                  <a:pt x="3036" y="2994"/>
                </a:cubicBezTo>
                <a:lnTo>
                  <a:pt x="3392" y="2650"/>
                </a:lnTo>
                <a:cubicBezTo>
                  <a:pt x="3449" y="2595"/>
                  <a:pt x="3541" y="2596"/>
                  <a:pt x="3598" y="2652"/>
                </a:cubicBezTo>
                <a:cubicBezTo>
                  <a:pt x="3626" y="2680"/>
                  <a:pt x="3641" y="2717"/>
                  <a:pt x="3641" y="2757"/>
                </a:cubicBezTo>
                <a:cubicBezTo>
                  <a:pt x="3640" y="2796"/>
                  <a:pt x="3624" y="2833"/>
                  <a:pt x="3596" y="2861"/>
                </a:cubicBezTo>
                <a:close/>
              </a:path>
            </a:pathLst>
          </a:custGeom>
          <a:solidFill>
            <a:srgbClr val="31C8E9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15"/>
          </a:p>
        </p:txBody>
      </p:sp>
      <p:sp>
        <p:nvSpPr>
          <p:cNvPr id="19" name="文本框 18"/>
          <p:cNvSpPr txBox="1"/>
          <p:nvPr/>
        </p:nvSpPr>
        <p:spPr>
          <a:xfrm>
            <a:off x="4859912" y="2665522"/>
            <a:ext cx="15800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平台发展规划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814192" y="3011770"/>
            <a:ext cx="1639658" cy="333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90" cap="all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Platform development planning </a:t>
            </a:r>
          </a:p>
        </p:txBody>
      </p:sp>
      <p:grpSp>
        <p:nvGrpSpPr>
          <p:cNvPr id="62" name="Group 20"/>
          <p:cNvGrpSpPr/>
          <p:nvPr/>
        </p:nvGrpSpPr>
        <p:grpSpPr>
          <a:xfrm>
            <a:off x="5403308" y="2076412"/>
            <a:ext cx="440664" cy="440414"/>
            <a:chOff x="7247923" y="2201521"/>
            <a:chExt cx="548198" cy="547887"/>
          </a:xfrm>
        </p:grpSpPr>
        <p:sp>
          <p:nvSpPr>
            <p:cNvPr id="63" name="Freeform 686"/>
            <p:cNvSpPr/>
            <p:nvPr/>
          </p:nvSpPr>
          <p:spPr bwMode="auto">
            <a:xfrm>
              <a:off x="7555959" y="2624263"/>
              <a:ext cx="0" cy="0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4" name="Freeform 687"/>
            <p:cNvSpPr/>
            <p:nvPr/>
          </p:nvSpPr>
          <p:spPr bwMode="auto">
            <a:xfrm>
              <a:off x="7555959" y="2639924"/>
              <a:ext cx="0" cy="0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5" name="Freeform 688"/>
            <p:cNvSpPr/>
            <p:nvPr/>
          </p:nvSpPr>
          <p:spPr bwMode="auto">
            <a:xfrm>
              <a:off x="7555959" y="2629482"/>
              <a:ext cx="0" cy="0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6" name="Freeform 689"/>
            <p:cNvSpPr>
              <a:spLocks noEditPoints="1"/>
            </p:cNvSpPr>
            <p:nvPr/>
          </p:nvSpPr>
          <p:spPr bwMode="auto">
            <a:xfrm>
              <a:off x="7247923" y="2201521"/>
              <a:ext cx="548198" cy="547887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rgbClr val="31C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 dirty="0"/>
            </a:p>
          </p:txBody>
        </p:sp>
        <p:sp>
          <p:nvSpPr>
            <p:cNvPr id="67" name="Freeform 690"/>
            <p:cNvSpPr/>
            <p:nvPr/>
          </p:nvSpPr>
          <p:spPr bwMode="auto">
            <a:xfrm>
              <a:off x="7644716" y="2305806"/>
              <a:ext cx="67870" cy="67831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rgbClr val="31C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8" name="Freeform 691"/>
            <p:cNvSpPr/>
            <p:nvPr/>
          </p:nvSpPr>
          <p:spPr bwMode="auto">
            <a:xfrm>
              <a:off x="7529853" y="2639927"/>
              <a:ext cx="10442" cy="10436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69" name="Freeform 692"/>
            <p:cNvSpPr/>
            <p:nvPr/>
          </p:nvSpPr>
          <p:spPr bwMode="auto">
            <a:xfrm>
              <a:off x="7524633" y="2642535"/>
              <a:ext cx="5223" cy="5220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70" name="Freeform 693"/>
            <p:cNvSpPr/>
            <p:nvPr/>
          </p:nvSpPr>
          <p:spPr bwMode="auto">
            <a:xfrm>
              <a:off x="7540294" y="2613821"/>
              <a:ext cx="0" cy="0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71" name="Freeform 694"/>
            <p:cNvSpPr/>
            <p:nvPr/>
          </p:nvSpPr>
          <p:spPr bwMode="auto">
            <a:xfrm>
              <a:off x="7529853" y="2613821"/>
              <a:ext cx="0" cy="0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72" name="Freeform 695"/>
            <p:cNvSpPr/>
            <p:nvPr/>
          </p:nvSpPr>
          <p:spPr bwMode="auto">
            <a:xfrm>
              <a:off x="7555959" y="2504227"/>
              <a:ext cx="172292" cy="172194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rgbClr val="31C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73" name="Freeform 696"/>
            <p:cNvSpPr/>
            <p:nvPr/>
          </p:nvSpPr>
          <p:spPr bwMode="auto">
            <a:xfrm>
              <a:off x="7550736" y="2642535"/>
              <a:ext cx="5223" cy="5220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  <p:sp>
          <p:nvSpPr>
            <p:cNvPr id="74" name="Freeform 697"/>
            <p:cNvSpPr/>
            <p:nvPr/>
          </p:nvSpPr>
          <p:spPr bwMode="auto">
            <a:xfrm>
              <a:off x="7540294" y="2639927"/>
              <a:ext cx="10442" cy="10436"/>
            </a:xfrm>
            <a:custGeom>
              <a:avLst/>
              <a:gdLst>
                <a:gd name="connsiteX0" fmla="*/ 177088 w 577759"/>
                <a:gd name="connsiteY0" fmla="*/ 396051 h 577432"/>
                <a:gd name="connsiteX1" fmla="*/ 185388 w 577759"/>
                <a:gd name="connsiteY1" fmla="*/ 400653 h 577432"/>
                <a:gd name="connsiteX2" fmla="*/ 178010 w 577759"/>
                <a:gd name="connsiteY2" fmla="*/ 436543 h 577432"/>
                <a:gd name="connsiteX3" fmla="*/ 184466 w 577759"/>
                <a:gd name="connsiteY3" fmla="*/ 440224 h 577432"/>
                <a:gd name="connsiteX4" fmla="*/ 186310 w 577759"/>
                <a:gd name="connsiteY4" fmla="*/ 442985 h 577432"/>
                <a:gd name="connsiteX5" fmla="*/ 201988 w 577759"/>
                <a:gd name="connsiteY5" fmla="*/ 452188 h 577432"/>
                <a:gd name="connsiteX6" fmla="*/ 204755 w 577759"/>
                <a:gd name="connsiteY6" fmla="*/ 458630 h 577432"/>
                <a:gd name="connsiteX7" fmla="*/ 274843 w 577759"/>
                <a:gd name="connsiteY7" fmla="*/ 460470 h 577432"/>
                <a:gd name="connsiteX8" fmla="*/ 274843 w 577759"/>
                <a:gd name="connsiteY8" fmla="*/ 480716 h 577432"/>
                <a:gd name="connsiteX9" fmla="*/ 206599 w 577759"/>
                <a:gd name="connsiteY9" fmla="*/ 478876 h 577432"/>
                <a:gd name="connsiteX10" fmla="*/ 194610 w 577759"/>
                <a:gd name="connsiteY10" fmla="*/ 481636 h 577432"/>
                <a:gd name="connsiteX11" fmla="*/ 183544 w 577759"/>
                <a:gd name="connsiteY11" fmla="*/ 473354 h 577432"/>
                <a:gd name="connsiteX12" fmla="*/ 183544 w 577759"/>
                <a:gd name="connsiteY12" fmla="*/ 466912 h 577432"/>
                <a:gd name="connsiteX13" fmla="*/ 178933 w 577759"/>
                <a:gd name="connsiteY13" fmla="*/ 474274 h 577432"/>
                <a:gd name="connsiteX14" fmla="*/ 161410 w 577759"/>
                <a:gd name="connsiteY14" fmla="*/ 465992 h 577432"/>
                <a:gd name="connsiteX15" fmla="*/ 162333 w 577759"/>
                <a:gd name="connsiteY15" fmla="*/ 464151 h 577432"/>
                <a:gd name="connsiteX16" fmla="*/ 163255 w 577759"/>
                <a:gd name="connsiteY16" fmla="*/ 460470 h 577432"/>
                <a:gd name="connsiteX17" fmla="*/ 156799 w 577759"/>
                <a:gd name="connsiteY17" fmla="*/ 466912 h 577432"/>
                <a:gd name="connsiteX18" fmla="*/ 140199 w 577759"/>
                <a:gd name="connsiteY18" fmla="*/ 456789 h 577432"/>
                <a:gd name="connsiteX19" fmla="*/ 154033 w 577759"/>
                <a:gd name="connsiteY19" fmla="*/ 435623 h 577432"/>
                <a:gd name="connsiteX20" fmla="*/ 103311 w 577759"/>
                <a:gd name="connsiteY20" fmla="*/ 495441 h 577432"/>
                <a:gd name="connsiteX21" fmla="*/ 85789 w 577759"/>
                <a:gd name="connsiteY21" fmla="*/ 485318 h 577432"/>
                <a:gd name="connsiteX22" fmla="*/ 143888 w 577759"/>
                <a:gd name="connsiteY22" fmla="*/ 417217 h 577432"/>
                <a:gd name="connsiteX23" fmla="*/ 177088 w 577759"/>
                <a:gd name="connsiteY23" fmla="*/ 396051 h 577432"/>
                <a:gd name="connsiteX24" fmla="*/ 326592 w 577759"/>
                <a:gd name="connsiteY24" fmla="*/ 382185 h 577432"/>
                <a:gd name="connsiteX25" fmla="*/ 324748 w 577759"/>
                <a:gd name="connsiteY25" fmla="*/ 412582 h 577432"/>
                <a:gd name="connsiteX26" fmla="*/ 340423 w 577759"/>
                <a:gd name="connsiteY26" fmla="*/ 420871 h 577432"/>
                <a:gd name="connsiteX27" fmla="*/ 355177 w 577759"/>
                <a:gd name="connsiteY27" fmla="*/ 430082 h 577432"/>
                <a:gd name="connsiteX28" fmla="*/ 380995 w 577759"/>
                <a:gd name="connsiteY28" fmla="*/ 413503 h 577432"/>
                <a:gd name="connsiteX29" fmla="*/ 356099 w 577759"/>
                <a:gd name="connsiteY29" fmla="*/ 393238 h 577432"/>
                <a:gd name="connsiteX30" fmla="*/ 326592 w 577759"/>
                <a:gd name="connsiteY30" fmla="*/ 382185 h 577432"/>
                <a:gd name="connsiteX31" fmla="*/ 125443 w 577759"/>
                <a:gd name="connsiteY31" fmla="*/ 299294 h 577432"/>
                <a:gd name="connsiteX32" fmla="*/ 224189 w 577759"/>
                <a:gd name="connsiteY32" fmla="*/ 299294 h 577432"/>
                <a:gd name="connsiteX33" fmla="*/ 250029 w 577759"/>
                <a:gd name="connsiteY33" fmla="*/ 326015 h 577432"/>
                <a:gd name="connsiteX34" fmla="*/ 224189 w 577759"/>
                <a:gd name="connsiteY34" fmla="*/ 351815 h 577432"/>
                <a:gd name="connsiteX35" fmla="*/ 125443 w 577759"/>
                <a:gd name="connsiteY35" fmla="*/ 351815 h 577432"/>
                <a:gd name="connsiteX36" fmla="*/ 98680 w 577759"/>
                <a:gd name="connsiteY36" fmla="*/ 326015 h 577432"/>
                <a:gd name="connsiteX37" fmla="*/ 125443 w 577759"/>
                <a:gd name="connsiteY37" fmla="*/ 299294 h 577432"/>
                <a:gd name="connsiteX38" fmla="*/ 125436 w 577759"/>
                <a:gd name="connsiteY38" fmla="*/ 200762 h 577432"/>
                <a:gd name="connsiteX39" fmla="*/ 321952 w 577759"/>
                <a:gd name="connsiteY39" fmla="*/ 200762 h 577432"/>
                <a:gd name="connsiteX40" fmla="*/ 348708 w 577759"/>
                <a:gd name="connsiteY40" fmla="*/ 227483 h 577432"/>
                <a:gd name="connsiteX41" fmla="*/ 321952 w 577759"/>
                <a:gd name="connsiteY41" fmla="*/ 253283 h 577432"/>
                <a:gd name="connsiteX42" fmla="*/ 125436 w 577759"/>
                <a:gd name="connsiteY42" fmla="*/ 253283 h 577432"/>
                <a:gd name="connsiteX43" fmla="*/ 98680 w 577759"/>
                <a:gd name="connsiteY43" fmla="*/ 227483 h 577432"/>
                <a:gd name="connsiteX44" fmla="*/ 125436 w 577759"/>
                <a:gd name="connsiteY44" fmla="*/ 200762 h 577432"/>
                <a:gd name="connsiteX45" fmla="*/ 125436 w 577759"/>
                <a:gd name="connsiteY45" fmla="*/ 103118 h 577432"/>
                <a:gd name="connsiteX46" fmla="*/ 321952 w 577759"/>
                <a:gd name="connsiteY46" fmla="*/ 103118 h 577432"/>
                <a:gd name="connsiteX47" fmla="*/ 348708 w 577759"/>
                <a:gd name="connsiteY47" fmla="*/ 128918 h 577432"/>
                <a:gd name="connsiteX48" fmla="*/ 321952 w 577759"/>
                <a:gd name="connsiteY48" fmla="*/ 155639 h 577432"/>
                <a:gd name="connsiteX49" fmla="*/ 125436 w 577759"/>
                <a:gd name="connsiteY49" fmla="*/ 155639 h 577432"/>
                <a:gd name="connsiteX50" fmla="*/ 98680 w 577759"/>
                <a:gd name="connsiteY50" fmla="*/ 128918 h 577432"/>
                <a:gd name="connsiteX51" fmla="*/ 125436 w 577759"/>
                <a:gd name="connsiteY51" fmla="*/ 103118 h 577432"/>
                <a:gd name="connsiteX52" fmla="*/ 497753 w 577759"/>
                <a:gd name="connsiteY52" fmla="*/ 64639 h 577432"/>
                <a:gd name="connsiteX53" fmla="*/ 537748 w 577759"/>
                <a:gd name="connsiteY53" fmla="*/ 78225 h 577432"/>
                <a:gd name="connsiteX54" fmla="*/ 577398 w 577759"/>
                <a:gd name="connsiteY54" fmla="*/ 121516 h 577432"/>
                <a:gd name="connsiteX55" fmla="*/ 575554 w 577759"/>
                <a:gd name="connsiteY55" fmla="*/ 130727 h 577432"/>
                <a:gd name="connsiteX56" fmla="*/ 411424 w 577759"/>
                <a:gd name="connsiteY56" fmla="*/ 415345 h 577432"/>
                <a:gd name="connsiteX57" fmla="*/ 407735 w 577759"/>
                <a:gd name="connsiteY57" fmla="*/ 419029 h 577432"/>
                <a:gd name="connsiteX58" fmla="*/ 321982 w 577759"/>
                <a:gd name="connsiteY58" fmla="*/ 476137 h 577432"/>
                <a:gd name="connsiteX59" fmla="*/ 308151 w 577759"/>
                <a:gd name="connsiteY59" fmla="*/ 476137 h 577432"/>
                <a:gd name="connsiteX60" fmla="*/ 301696 w 577759"/>
                <a:gd name="connsiteY60" fmla="*/ 464163 h 577432"/>
                <a:gd name="connsiteX61" fmla="*/ 307229 w 577759"/>
                <a:gd name="connsiteY61" fmla="*/ 361921 h 577432"/>
                <a:gd name="connsiteX62" fmla="*/ 309073 w 577759"/>
                <a:gd name="connsiteY62" fmla="*/ 355473 h 577432"/>
                <a:gd name="connsiteX63" fmla="*/ 473203 w 577759"/>
                <a:gd name="connsiteY63" fmla="*/ 71777 h 577432"/>
                <a:gd name="connsiteX64" fmla="*/ 480580 w 577759"/>
                <a:gd name="connsiteY64" fmla="*/ 66250 h 577432"/>
                <a:gd name="connsiteX65" fmla="*/ 497753 w 577759"/>
                <a:gd name="connsiteY65" fmla="*/ 64639 h 577432"/>
                <a:gd name="connsiteX66" fmla="*/ 26751 w 577759"/>
                <a:gd name="connsiteY66" fmla="*/ 0 h 577432"/>
                <a:gd name="connsiteX67" fmla="*/ 420637 w 577759"/>
                <a:gd name="connsiteY67" fmla="*/ 0 h 577432"/>
                <a:gd name="connsiteX68" fmla="*/ 447388 w 577759"/>
                <a:gd name="connsiteY68" fmla="*/ 25786 h 577432"/>
                <a:gd name="connsiteX69" fmla="*/ 447388 w 577759"/>
                <a:gd name="connsiteY69" fmla="*/ 65387 h 577432"/>
                <a:gd name="connsiteX70" fmla="*/ 394808 w 577759"/>
                <a:gd name="connsiteY70" fmla="*/ 156560 h 577432"/>
                <a:gd name="connsiteX71" fmla="*/ 394808 w 577759"/>
                <a:gd name="connsiteY71" fmla="*/ 52494 h 577432"/>
                <a:gd name="connsiteX72" fmla="*/ 52580 w 577759"/>
                <a:gd name="connsiteY72" fmla="*/ 52494 h 577432"/>
                <a:gd name="connsiteX73" fmla="*/ 52580 w 577759"/>
                <a:gd name="connsiteY73" fmla="*/ 524938 h 577432"/>
                <a:gd name="connsiteX74" fmla="*/ 394808 w 577759"/>
                <a:gd name="connsiteY74" fmla="*/ 524938 h 577432"/>
                <a:gd name="connsiteX75" fmla="*/ 394808 w 577759"/>
                <a:gd name="connsiteY75" fmla="*/ 459551 h 577432"/>
                <a:gd name="connsiteX76" fmla="*/ 422482 w 577759"/>
                <a:gd name="connsiteY76" fmla="*/ 441132 h 577432"/>
                <a:gd name="connsiteX77" fmla="*/ 434474 w 577759"/>
                <a:gd name="connsiteY77" fmla="*/ 428239 h 577432"/>
                <a:gd name="connsiteX78" fmla="*/ 447388 w 577759"/>
                <a:gd name="connsiteY78" fmla="*/ 406137 h 577432"/>
                <a:gd name="connsiteX79" fmla="*/ 447388 w 577759"/>
                <a:gd name="connsiteY79" fmla="*/ 550725 h 577432"/>
                <a:gd name="connsiteX80" fmla="*/ 420637 w 577759"/>
                <a:gd name="connsiteY80" fmla="*/ 577432 h 577432"/>
                <a:gd name="connsiteX81" fmla="*/ 26751 w 577759"/>
                <a:gd name="connsiteY81" fmla="*/ 577432 h 577432"/>
                <a:gd name="connsiteX82" fmla="*/ 0 w 577759"/>
                <a:gd name="connsiteY82" fmla="*/ 550725 h 577432"/>
                <a:gd name="connsiteX83" fmla="*/ 0 w 577759"/>
                <a:gd name="connsiteY83" fmla="*/ 25786 h 577432"/>
                <a:gd name="connsiteX84" fmla="*/ 26751 w 577759"/>
                <a:gd name="connsiteY84" fmla="*/ 0 h 577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77759" h="577432">
                  <a:moveTo>
                    <a:pt x="177088" y="396051"/>
                  </a:moveTo>
                  <a:cubicBezTo>
                    <a:pt x="179855" y="396051"/>
                    <a:pt x="183544" y="397892"/>
                    <a:pt x="185388" y="400653"/>
                  </a:cubicBezTo>
                  <a:cubicBezTo>
                    <a:pt x="189999" y="411696"/>
                    <a:pt x="185388" y="423659"/>
                    <a:pt x="178010" y="436543"/>
                  </a:cubicBezTo>
                  <a:cubicBezTo>
                    <a:pt x="180777" y="436543"/>
                    <a:pt x="182621" y="438384"/>
                    <a:pt x="184466" y="440224"/>
                  </a:cubicBezTo>
                  <a:cubicBezTo>
                    <a:pt x="185388" y="441145"/>
                    <a:pt x="185388" y="442065"/>
                    <a:pt x="186310" y="442985"/>
                  </a:cubicBezTo>
                  <a:cubicBezTo>
                    <a:pt x="191844" y="442065"/>
                    <a:pt x="197377" y="444826"/>
                    <a:pt x="201988" y="452188"/>
                  </a:cubicBezTo>
                  <a:cubicBezTo>
                    <a:pt x="203832" y="454949"/>
                    <a:pt x="204755" y="456789"/>
                    <a:pt x="204755" y="458630"/>
                  </a:cubicBezTo>
                  <a:cubicBezTo>
                    <a:pt x="229654" y="454028"/>
                    <a:pt x="249943" y="460470"/>
                    <a:pt x="274843" y="460470"/>
                  </a:cubicBezTo>
                  <a:cubicBezTo>
                    <a:pt x="287754" y="460470"/>
                    <a:pt x="287754" y="480716"/>
                    <a:pt x="274843" y="480716"/>
                  </a:cubicBezTo>
                  <a:cubicBezTo>
                    <a:pt x="253632" y="480716"/>
                    <a:pt x="226888" y="468753"/>
                    <a:pt x="206599" y="478876"/>
                  </a:cubicBezTo>
                  <a:cubicBezTo>
                    <a:pt x="202910" y="480716"/>
                    <a:pt x="198299" y="483477"/>
                    <a:pt x="194610" y="481636"/>
                  </a:cubicBezTo>
                  <a:cubicBezTo>
                    <a:pt x="189999" y="479796"/>
                    <a:pt x="184466" y="478876"/>
                    <a:pt x="183544" y="473354"/>
                  </a:cubicBezTo>
                  <a:cubicBezTo>
                    <a:pt x="183544" y="470593"/>
                    <a:pt x="183544" y="468753"/>
                    <a:pt x="183544" y="466912"/>
                  </a:cubicBezTo>
                  <a:cubicBezTo>
                    <a:pt x="181699" y="469673"/>
                    <a:pt x="180777" y="471513"/>
                    <a:pt x="178933" y="474274"/>
                  </a:cubicBezTo>
                  <a:cubicBezTo>
                    <a:pt x="173399" y="482557"/>
                    <a:pt x="156799" y="477035"/>
                    <a:pt x="161410" y="465992"/>
                  </a:cubicBezTo>
                  <a:cubicBezTo>
                    <a:pt x="161410" y="465992"/>
                    <a:pt x="161410" y="465072"/>
                    <a:pt x="162333" y="464151"/>
                  </a:cubicBezTo>
                  <a:cubicBezTo>
                    <a:pt x="162333" y="462311"/>
                    <a:pt x="163255" y="461391"/>
                    <a:pt x="163255" y="460470"/>
                  </a:cubicBezTo>
                  <a:cubicBezTo>
                    <a:pt x="161410" y="462311"/>
                    <a:pt x="158644" y="464151"/>
                    <a:pt x="156799" y="466912"/>
                  </a:cubicBezTo>
                  <a:cubicBezTo>
                    <a:pt x="150344" y="477035"/>
                    <a:pt x="132822" y="467832"/>
                    <a:pt x="140199" y="456789"/>
                  </a:cubicBezTo>
                  <a:cubicBezTo>
                    <a:pt x="144811" y="449427"/>
                    <a:pt x="149422" y="442985"/>
                    <a:pt x="154033" y="435623"/>
                  </a:cubicBezTo>
                  <a:cubicBezTo>
                    <a:pt x="135588" y="454028"/>
                    <a:pt x="118988" y="474274"/>
                    <a:pt x="103311" y="495441"/>
                  </a:cubicBezTo>
                  <a:cubicBezTo>
                    <a:pt x="95011" y="504643"/>
                    <a:pt x="78411" y="495441"/>
                    <a:pt x="85789" y="485318"/>
                  </a:cubicBezTo>
                  <a:cubicBezTo>
                    <a:pt x="104233" y="462311"/>
                    <a:pt x="122677" y="438384"/>
                    <a:pt x="143888" y="417217"/>
                  </a:cubicBezTo>
                  <a:cubicBezTo>
                    <a:pt x="152188" y="408935"/>
                    <a:pt x="163255" y="396051"/>
                    <a:pt x="177088" y="396051"/>
                  </a:cubicBezTo>
                  <a:close/>
                  <a:moveTo>
                    <a:pt x="326592" y="382185"/>
                  </a:moveTo>
                  <a:lnTo>
                    <a:pt x="324748" y="412582"/>
                  </a:lnTo>
                  <a:cubicBezTo>
                    <a:pt x="329358" y="414424"/>
                    <a:pt x="334891" y="417187"/>
                    <a:pt x="340423" y="420871"/>
                  </a:cubicBezTo>
                  <a:cubicBezTo>
                    <a:pt x="345956" y="423635"/>
                    <a:pt x="350566" y="427319"/>
                    <a:pt x="355177" y="430082"/>
                  </a:cubicBezTo>
                  <a:lnTo>
                    <a:pt x="380995" y="413503"/>
                  </a:lnTo>
                  <a:cubicBezTo>
                    <a:pt x="376385" y="407976"/>
                    <a:pt x="369008" y="400607"/>
                    <a:pt x="356099" y="393238"/>
                  </a:cubicBezTo>
                  <a:cubicBezTo>
                    <a:pt x="343190" y="385869"/>
                    <a:pt x="333047" y="383106"/>
                    <a:pt x="326592" y="382185"/>
                  </a:cubicBezTo>
                  <a:close/>
                  <a:moveTo>
                    <a:pt x="125443" y="299294"/>
                  </a:moveTo>
                  <a:lnTo>
                    <a:pt x="224189" y="299294"/>
                  </a:lnTo>
                  <a:cubicBezTo>
                    <a:pt x="238032" y="299294"/>
                    <a:pt x="250029" y="311272"/>
                    <a:pt x="250029" y="326015"/>
                  </a:cubicBezTo>
                  <a:cubicBezTo>
                    <a:pt x="250029" y="339836"/>
                    <a:pt x="238032" y="351815"/>
                    <a:pt x="224189" y="351815"/>
                  </a:cubicBezTo>
                  <a:lnTo>
                    <a:pt x="125443" y="351815"/>
                  </a:lnTo>
                  <a:cubicBezTo>
                    <a:pt x="110677" y="351815"/>
                    <a:pt x="98680" y="339836"/>
                    <a:pt x="98680" y="326015"/>
                  </a:cubicBezTo>
                  <a:cubicBezTo>
                    <a:pt x="98680" y="311272"/>
                    <a:pt x="110677" y="299294"/>
                    <a:pt x="125443" y="299294"/>
                  </a:cubicBezTo>
                  <a:close/>
                  <a:moveTo>
                    <a:pt x="125436" y="200762"/>
                  </a:moveTo>
                  <a:lnTo>
                    <a:pt x="321952" y="200762"/>
                  </a:lnTo>
                  <a:cubicBezTo>
                    <a:pt x="336714" y="200762"/>
                    <a:pt x="348708" y="212740"/>
                    <a:pt x="348708" y="227483"/>
                  </a:cubicBezTo>
                  <a:cubicBezTo>
                    <a:pt x="348708" y="242226"/>
                    <a:pt x="336714" y="253283"/>
                    <a:pt x="321952" y="253283"/>
                  </a:cubicBezTo>
                  <a:lnTo>
                    <a:pt x="125436" y="253283"/>
                  </a:lnTo>
                  <a:cubicBezTo>
                    <a:pt x="110674" y="253283"/>
                    <a:pt x="98680" y="242226"/>
                    <a:pt x="98680" y="227483"/>
                  </a:cubicBezTo>
                  <a:cubicBezTo>
                    <a:pt x="98680" y="212740"/>
                    <a:pt x="110674" y="200762"/>
                    <a:pt x="125436" y="200762"/>
                  </a:cubicBezTo>
                  <a:close/>
                  <a:moveTo>
                    <a:pt x="125436" y="103118"/>
                  </a:moveTo>
                  <a:lnTo>
                    <a:pt x="321952" y="103118"/>
                  </a:lnTo>
                  <a:cubicBezTo>
                    <a:pt x="336714" y="103118"/>
                    <a:pt x="348708" y="114175"/>
                    <a:pt x="348708" y="128918"/>
                  </a:cubicBezTo>
                  <a:cubicBezTo>
                    <a:pt x="348708" y="143660"/>
                    <a:pt x="336714" y="155639"/>
                    <a:pt x="321952" y="155639"/>
                  </a:cubicBezTo>
                  <a:lnTo>
                    <a:pt x="125436" y="155639"/>
                  </a:lnTo>
                  <a:cubicBezTo>
                    <a:pt x="110674" y="155639"/>
                    <a:pt x="98680" y="143660"/>
                    <a:pt x="98680" y="128918"/>
                  </a:cubicBezTo>
                  <a:cubicBezTo>
                    <a:pt x="98680" y="114175"/>
                    <a:pt x="110674" y="103118"/>
                    <a:pt x="125436" y="103118"/>
                  </a:cubicBezTo>
                  <a:close/>
                  <a:moveTo>
                    <a:pt x="497753" y="64639"/>
                  </a:moveTo>
                  <a:cubicBezTo>
                    <a:pt x="507550" y="65329"/>
                    <a:pt x="521151" y="68553"/>
                    <a:pt x="537748" y="78225"/>
                  </a:cubicBezTo>
                  <a:cubicBezTo>
                    <a:pt x="570943" y="97568"/>
                    <a:pt x="576476" y="118753"/>
                    <a:pt x="577398" y="121516"/>
                  </a:cubicBezTo>
                  <a:cubicBezTo>
                    <a:pt x="578320" y="124279"/>
                    <a:pt x="577398" y="127964"/>
                    <a:pt x="575554" y="130727"/>
                  </a:cubicBezTo>
                  <a:lnTo>
                    <a:pt x="411424" y="415345"/>
                  </a:lnTo>
                  <a:cubicBezTo>
                    <a:pt x="410501" y="416266"/>
                    <a:pt x="409579" y="418108"/>
                    <a:pt x="407735" y="419029"/>
                  </a:cubicBezTo>
                  <a:lnTo>
                    <a:pt x="321982" y="476137"/>
                  </a:lnTo>
                  <a:cubicBezTo>
                    <a:pt x="317371" y="478900"/>
                    <a:pt x="312761" y="478900"/>
                    <a:pt x="308151" y="476137"/>
                  </a:cubicBezTo>
                  <a:cubicBezTo>
                    <a:pt x="303540" y="473374"/>
                    <a:pt x="300774" y="468768"/>
                    <a:pt x="301696" y="464163"/>
                  </a:cubicBezTo>
                  <a:lnTo>
                    <a:pt x="307229" y="361921"/>
                  </a:lnTo>
                  <a:cubicBezTo>
                    <a:pt x="308151" y="359158"/>
                    <a:pt x="308151" y="357316"/>
                    <a:pt x="309073" y="355473"/>
                  </a:cubicBezTo>
                  <a:lnTo>
                    <a:pt x="473203" y="71777"/>
                  </a:lnTo>
                  <a:cubicBezTo>
                    <a:pt x="475047" y="69014"/>
                    <a:pt x="477813" y="67172"/>
                    <a:pt x="480580" y="66250"/>
                  </a:cubicBezTo>
                  <a:cubicBezTo>
                    <a:pt x="481963" y="65790"/>
                    <a:pt x="487956" y="63948"/>
                    <a:pt x="497753" y="64639"/>
                  </a:cubicBezTo>
                  <a:close/>
                  <a:moveTo>
                    <a:pt x="26751" y="0"/>
                  </a:moveTo>
                  <a:lnTo>
                    <a:pt x="420637" y="0"/>
                  </a:lnTo>
                  <a:cubicBezTo>
                    <a:pt x="435396" y="0"/>
                    <a:pt x="447388" y="11972"/>
                    <a:pt x="447388" y="25786"/>
                  </a:cubicBezTo>
                  <a:lnTo>
                    <a:pt x="447388" y="65387"/>
                  </a:lnTo>
                  <a:lnTo>
                    <a:pt x="394808" y="156560"/>
                  </a:lnTo>
                  <a:lnTo>
                    <a:pt x="394808" y="52494"/>
                  </a:lnTo>
                  <a:lnTo>
                    <a:pt x="52580" y="52494"/>
                  </a:lnTo>
                  <a:lnTo>
                    <a:pt x="52580" y="524938"/>
                  </a:lnTo>
                  <a:lnTo>
                    <a:pt x="394808" y="524938"/>
                  </a:lnTo>
                  <a:lnTo>
                    <a:pt x="394808" y="459551"/>
                  </a:lnTo>
                  <a:lnTo>
                    <a:pt x="422482" y="441132"/>
                  </a:lnTo>
                  <a:cubicBezTo>
                    <a:pt x="427094" y="437449"/>
                    <a:pt x="431706" y="432844"/>
                    <a:pt x="434474" y="428239"/>
                  </a:cubicBezTo>
                  <a:lnTo>
                    <a:pt x="447388" y="406137"/>
                  </a:lnTo>
                  <a:lnTo>
                    <a:pt x="447388" y="550725"/>
                  </a:lnTo>
                  <a:cubicBezTo>
                    <a:pt x="447388" y="565460"/>
                    <a:pt x="435396" y="577432"/>
                    <a:pt x="420637" y="577432"/>
                  </a:cubicBezTo>
                  <a:lnTo>
                    <a:pt x="26751" y="577432"/>
                  </a:lnTo>
                  <a:cubicBezTo>
                    <a:pt x="11992" y="577432"/>
                    <a:pt x="0" y="565460"/>
                    <a:pt x="0" y="550725"/>
                  </a:cubicBezTo>
                  <a:lnTo>
                    <a:pt x="0" y="25786"/>
                  </a:lnTo>
                  <a:cubicBezTo>
                    <a:pt x="0" y="11972"/>
                    <a:pt x="11992" y="0"/>
                    <a:pt x="267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015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2524775" y="2665522"/>
            <a:ext cx="158005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环境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分析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426864" y="3011771"/>
            <a:ext cx="1833568" cy="21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90" cap="all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market analysis</a:t>
            </a:r>
          </a:p>
        </p:txBody>
      </p:sp>
      <p:sp>
        <p:nvSpPr>
          <p:cNvPr id="57" name="Freeform 735"/>
          <p:cNvSpPr>
            <a:spLocks noEditPoints="1"/>
          </p:cNvSpPr>
          <p:nvPr/>
        </p:nvSpPr>
        <p:spPr bwMode="auto">
          <a:xfrm>
            <a:off x="3101387" y="2076411"/>
            <a:ext cx="449454" cy="454769"/>
          </a:xfrm>
          <a:custGeom>
            <a:avLst/>
            <a:gdLst>
              <a:gd name="connsiteX0" fmla="*/ 327500 w 596772"/>
              <a:gd name="connsiteY0" fmla="*/ 222827 h 603828"/>
              <a:gd name="connsiteX1" fmla="*/ 317859 w 596772"/>
              <a:gd name="connsiteY1" fmla="*/ 232453 h 603828"/>
              <a:gd name="connsiteX2" fmla="*/ 327500 w 596772"/>
              <a:gd name="connsiteY2" fmla="*/ 242079 h 603828"/>
              <a:gd name="connsiteX3" fmla="*/ 337141 w 596772"/>
              <a:gd name="connsiteY3" fmla="*/ 232453 h 603828"/>
              <a:gd name="connsiteX4" fmla="*/ 327500 w 596772"/>
              <a:gd name="connsiteY4" fmla="*/ 222827 h 603828"/>
              <a:gd name="connsiteX5" fmla="*/ 412093 w 596772"/>
              <a:gd name="connsiteY5" fmla="*/ 152184 h 603828"/>
              <a:gd name="connsiteX6" fmla="*/ 402452 w 596772"/>
              <a:gd name="connsiteY6" fmla="*/ 161810 h 603828"/>
              <a:gd name="connsiteX7" fmla="*/ 412093 w 596772"/>
              <a:gd name="connsiteY7" fmla="*/ 171436 h 603828"/>
              <a:gd name="connsiteX8" fmla="*/ 421734 w 596772"/>
              <a:gd name="connsiteY8" fmla="*/ 161810 h 603828"/>
              <a:gd name="connsiteX9" fmla="*/ 412093 w 596772"/>
              <a:gd name="connsiteY9" fmla="*/ 152184 h 603828"/>
              <a:gd name="connsiteX10" fmla="*/ 198124 w 596772"/>
              <a:gd name="connsiteY10" fmla="*/ 145508 h 603828"/>
              <a:gd name="connsiteX11" fmla="*/ 181796 w 596772"/>
              <a:gd name="connsiteY11" fmla="*/ 161810 h 603828"/>
              <a:gd name="connsiteX12" fmla="*/ 198124 w 596772"/>
              <a:gd name="connsiteY12" fmla="*/ 178112 h 603828"/>
              <a:gd name="connsiteX13" fmla="*/ 214451 w 596772"/>
              <a:gd name="connsiteY13" fmla="*/ 161810 h 603828"/>
              <a:gd name="connsiteX14" fmla="*/ 198124 w 596772"/>
              <a:gd name="connsiteY14" fmla="*/ 145508 h 603828"/>
              <a:gd name="connsiteX15" fmla="*/ 198124 w 596772"/>
              <a:gd name="connsiteY15" fmla="*/ 123772 h 603828"/>
              <a:gd name="connsiteX16" fmla="*/ 236221 w 596772"/>
              <a:gd name="connsiteY16" fmla="*/ 161810 h 603828"/>
              <a:gd name="connsiteX17" fmla="*/ 229379 w 596772"/>
              <a:gd name="connsiteY17" fmla="*/ 183546 h 603828"/>
              <a:gd name="connsiteX18" fmla="*/ 325945 w 596772"/>
              <a:gd name="connsiteY18" fmla="*/ 200625 h 603828"/>
              <a:gd name="connsiteX19" fmla="*/ 382859 w 596772"/>
              <a:gd name="connsiteY19" fmla="*/ 172989 h 603828"/>
              <a:gd name="connsiteX20" fmla="*/ 380682 w 596772"/>
              <a:gd name="connsiteY20" fmla="*/ 161810 h 603828"/>
              <a:gd name="connsiteX21" fmla="*/ 412093 w 596772"/>
              <a:gd name="connsiteY21" fmla="*/ 130448 h 603828"/>
              <a:gd name="connsiteX22" fmla="*/ 443504 w 596772"/>
              <a:gd name="connsiteY22" fmla="*/ 161810 h 603828"/>
              <a:gd name="connsiteX23" fmla="*/ 412093 w 596772"/>
              <a:gd name="connsiteY23" fmla="*/ 193172 h 603828"/>
              <a:gd name="connsiteX24" fmla="*/ 398253 w 596772"/>
              <a:gd name="connsiteY24" fmla="*/ 189757 h 603828"/>
              <a:gd name="connsiteX25" fmla="*/ 351448 w 596772"/>
              <a:gd name="connsiteY25" fmla="*/ 212424 h 603828"/>
              <a:gd name="connsiteX26" fmla="*/ 358912 w 596772"/>
              <a:gd name="connsiteY26" fmla="*/ 232453 h 603828"/>
              <a:gd name="connsiteX27" fmla="*/ 327500 w 596772"/>
              <a:gd name="connsiteY27" fmla="*/ 263815 h 603828"/>
              <a:gd name="connsiteX28" fmla="*/ 296089 w 596772"/>
              <a:gd name="connsiteY28" fmla="*/ 232453 h 603828"/>
              <a:gd name="connsiteX29" fmla="*/ 299821 w 596772"/>
              <a:gd name="connsiteY29" fmla="*/ 218169 h 603828"/>
              <a:gd name="connsiteX30" fmla="*/ 203255 w 596772"/>
              <a:gd name="connsiteY30" fmla="*/ 200935 h 603828"/>
              <a:gd name="connsiteX31" fmla="*/ 174954 w 596772"/>
              <a:gd name="connsiteY31" fmla="*/ 244408 h 603828"/>
              <a:gd name="connsiteX32" fmla="*/ 176820 w 596772"/>
              <a:gd name="connsiteY32" fmla="*/ 252947 h 603828"/>
              <a:gd name="connsiteX33" fmla="*/ 156294 w 596772"/>
              <a:gd name="connsiteY33" fmla="*/ 273441 h 603828"/>
              <a:gd name="connsiteX34" fmla="*/ 135768 w 596772"/>
              <a:gd name="connsiteY34" fmla="*/ 252947 h 603828"/>
              <a:gd name="connsiteX35" fmla="*/ 156294 w 596772"/>
              <a:gd name="connsiteY35" fmla="*/ 232453 h 603828"/>
              <a:gd name="connsiteX36" fmla="*/ 156761 w 596772"/>
              <a:gd name="connsiteY36" fmla="*/ 232453 h 603828"/>
              <a:gd name="connsiteX37" fmla="*/ 180863 w 596772"/>
              <a:gd name="connsiteY37" fmla="*/ 195501 h 603828"/>
              <a:gd name="connsiteX38" fmla="*/ 160026 w 596772"/>
              <a:gd name="connsiteY38" fmla="*/ 161810 h 603828"/>
              <a:gd name="connsiteX39" fmla="*/ 198124 w 596772"/>
              <a:gd name="connsiteY39" fmla="*/ 123772 h 603828"/>
              <a:gd name="connsiteX40" fmla="*/ 63907 w 596772"/>
              <a:gd name="connsiteY40" fmla="*/ 67696 h 603828"/>
              <a:gd name="connsiteX41" fmla="*/ 63907 w 596772"/>
              <a:gd name="connsiteY41" fmla="*/ 335684 h 603828"/>
              <a:gd name="connsiteX42" fmla="*/ 528201 w 596772"/>
              <a:gd name="connsiteY42" fmla="*/ 335684 h 603828"/>
              <a:gd name="connsiteX43" fmla="*/ 528201 w 596772"/>
              <a:gd name="connsiteY43" fmla="*/ 67696 h 603828"/>
              <a:gd name="connsiteX44" fmla="*/ 36385 w 596772"/>
              <a:gd name="connsiteY44" fmla="*/ 0 h 603828"/>
              <a:gd name="connsiteX45" fmla="*/ 560543 w 596772"/>
              <a:gd name="connsiteY45" fmla="*/ 0 h 603828"/>
              <a:gd name="connsiteX46" fmla="*/ 596772 w 596772"/>
              <a:gd name="connsiteY46" fmla="*/ 36177 h 603828"/>
              <a:gd name="connsiteX47" fmla="*/ 596772 w 596772"/>
              <a:gd name="connsiteY47" fmla="*/ 374345 h 603828"/>
              <a:gd name="connsiteX48" fmla="*/ 560543 w 596772"/>
              <a:gd name="connsiteY48" fmla="*/ 410522 h 603828"/>
              <a:gd name="connsiteX49" fmla="*/ 435684 w 596772"/>
              <a:gd name="connsiteY49" fmla="*/ 410522 h 603828"/>
              <a:gd name="connsiteX50" fmla="*/ 462428 w 596772"/>
              <a:gd name="connsiteY50" fmla="*/ 565633 h 603828"/>
              <a:gd name="connsiteX51" fmla="*/ 435839 w 596772"/>
              <a:gd name="connsiteY51" fmla="*/ 603207 h 603828"/>
              <a:gd name="connsiteX52" fmla="*/ 430242 w 596772"/>
              <a:gd name="connsiteY52" fmla="*/ 603828 h 603828"/>
              <a:gd name="connsiteX53" fmla="*/ 398055 w 596772"/>
              <a:gd name="connsiteY53" fmla="*/ 576657 h 603828"/>
              <a:gd name="connsiteX54" fmla="*/ 369445 w 596772"/>
              <a:gd name="connsiteY54" fmla="*/ 410522 h 603828"/>
              <a:gd name="connsiteX55" fmla="*/ 226238 w 596772"/>
              <a:gd name="connsiteY55" fmla="*/ 410522 h 603828"/>
              <a:gd name="connsiteX56" fmla="*/ 197628 w 596772"/>
              <a:gd name="connsiteY56" fmla="*/ 576657 h 603828"/>
              <a:gd name="connsiteX57" fmla="*/ 165442 w 596772"/>
              <a:gd name="connsiteY57" fmla="*/ 603828 h 603828"/>
              <a:gd name="connsiteX58" fmla="*/ 159844 w 596772"/>
              <a:gd name="connsiteY58" fmla="*/ 603207 h 603828"/>
              <a:gd name="connsiteX59" fmla="*/ 133255 w 596772"/>
              <a:gd name="connsiteY59" fmla="*/ 565633 h 603828"/>
              <a:gd name="connsiteX60" fmla="*/ 159844 w 596772"/>
              <a:gd name="connsiteY60" fmla="*/ 410522 h 603828"/>
              <a:gd name="connsiteX61" fmla="*/ 36385 w 596772"/>
              <a:gd name="connsiteY61" fmla="*/ 410522 h 603828"/>
              <a:gd name="connsiteX62" fmla="*/ 0 w 596772"/>
              <a:gd name="connsiteY62" fmla="*/ 374345 h 603828"/>
              <a:gd name="connsiteX63" fmla="*/ 0 w 596772"/>
              <a:gd name="connsiteY63" fmla="*/ 36177 h 603828"/>
              <a:gd name="connsiteX64" fmla="*/ 36385 w 596772"/>
              <a:gd name="connsiteY64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96772" h="603828">
                <a:moveTo>
                  <a:pt x="327500" y="222827"/>
                </a:moveTo>
                <a:cubicBezTo>
                  <a:pt x="322213" y="222827"/>
                  <a:pt x="317859" y="227174"/>
                  <a:pt x="317859" y="232453"/>
                </a:cubicBezTo>
                <a:cubicBezTo>
                  <a:pt x="317859" y="237732"/>
                  <a:pt x="322213" y="242079"/>
                  <a:pt x="327500" y="242079"/>
                </a:cubicBezTo>
                <a:cubicBezTo>
                  <a:pt x="332787" y="242079"/>
                  <a:pt x="337141" y="237732"/>
                  <a:pt x="337141" y="232453"/>
                </a:cubicBezTo>
                <a:cubicBezTo>
                  <a:pt x="337141" y="227174"/>
                  <a:pt x="332787" y="222827"/>
                  <a:pt x="327500" y="222827"/>
                </a:cubicBezTo>
                <a:close/>
                <a:moveTo>
                  <a:pt x="412093" y="152184"/>
                </a:moveTo>
                <a:cubicBezTo>
                  <a:pt x="406806" y="152184"/>
                  <a:pt x="402452" y="156532"/>
                  <a:pt x="402452" y="161810"/>
                </a:cubicBezTo>
                <a:cubicBezTo>
                  <a:pt x="402452" y="167089"/>
                  <a:pt x="406806" y="171436"/>
                  <a:pt x="412093" y="171436"/>
                </a:cubicBezTo>
                <a:cubicBezTo>
                  <a:pt x="417380" y="171436"/>
                  <a:pt x="421734" y="167089"/>
                  <a:pt x="421734" y="161810"/>
                </a:cubicBezTo>
                <a:cubicBezTo>
                  <a:pt x="421734" y="156532"/>
                  <a:pt x="417380" y="152184"/>
                  <a:pt x="412093" y="152184"/>
                </a:cubicBezTo>
                <a:close/>
                <a:moveTo>
                  <a:pt x="198124" y="145508"/>
                </a:moveTo>
                <a:cubicBezTo>
                  <a:pt x="189105" y="145508"/>
                  <a:pt x="181796" y="152805"/>
                  <a:pt x="181796" y="161810"/>
                </a:cubicBezTo>
                <a:cubicBezTo>
                  <a:pt x="181796" y="170815"/>
                  <a:pt x="189105" y="178112"/>
                  <a:pt x="198124" y="178112"/>
                </a:cubicBezTo>
                <a:cubicBezTo>
                  <a:pt x="207143" y="178112"/>
                  <a:pt x="214451" y="170815"/>
                  <a:pt x="214451" y="161810"/>
                </a:cubicBezTo>
                <a:cubicBezTo>
                  <a:pt x="214451" y="152805"/>
                  <a:pt x="207143" y="145508"/>
                  <a:pt x="198124" y="145508"/>
                </a:cubicBezTo>
                <a:close/>
                <a:moveTo>
                  <a:pt x="198124" y="123772"/>
                </a:moveTo>
                <a:cubicBezTo>
                  <a:pt x="219116" y="123772"/>
                  <a:pt x="236221" y="140850"/>
                  <a:pt x="236221" y="161810"/>
                </a:cubicBezTo>
                <a:cubicBezTo>
                  <a:pt x="236221" y="169884"/>
                  <a:pt x="233578" y="177336"/>
                  <a:pt x="229379" y="183546"/>
                </a:cubicBezTo>
                <a:lnTo>
                  <a:pt x="325945" y="200625"/>
                </a:lnTo>
                <a:lnTo>
                  <a:pt x="382859" y="172989"/>
                </a:lnTo>
                <a:cubicBezTo>
                  <a:pt x="381615" y="169573"/>
                  <a:pt x="380682" y="165847"/>
                  <a:pt x="380682" y="161810"/>
                </a:cubicBezTo>
                <a:cubicBezTo>
                  <a:pt x="380682" y="144577"/>
                  <a:pt x="394832" y="130448"/>
                  <a:pt x="412093" y="130448"/>
                </a:cubicBezTo>
                <a:cubicBezTo>
                  <a:pt x="429509" y="130448"/>
                  <a:pt x="443504" y="144577"/>
                  <a:pt x="443504" y="161810"/>
                </a:cubicBezTo>
                <a:cubicBezTo>
                  <a:pt x="443504" y="179199"/>
                  <a:pt x="429353" y="193172"/>
                  <a:pt x="412093" y="193172"/>
                </a:cubicBezTo>
                <a:cubicBezTo>
                  <a:pt x="407117" y="193172"/>
                  <a:pt x="402452" y="191930"/>
                  <a:pt x="398253" y="189757"/>
                </a:cubicBezTo>
                <a:lnTo>
                  <a:pt x="351448" y="212424"/>
                </a:lnTo>
                <a:cubicBezTo>
                  <a:pt x="355957" y="217859"/>
                  <a:pt x="358912" y="224845"/>
                  <a:pt x="358912" y="232453"/>
                </a:cubicBezTo>
                <a:cubicBezTo>
                  <a:pt x="358912" y="249842"/>
                  <a:pt x="344761" y="263815"/>
                  <a:pt x="327500" y="263815"/>
                </a:cubicBezTo>
                <a:cubicBezTo>
                  <a:pt x="310084" y="263815"/>
                  <a:pt x="296089" y="249842"/>
                  <a:pt x="296089" y="232453"/>
                </a:cubicBezTo>
                <a:cubicBezTo>
                  <a:pt x="296089" y="227329"/>
                  <a:pt x="297489" y="222361"/>
                  <a:pt x="299821" y="218169"/>
                </a:cubicBezTo>
                <a:lnTo>
                  <a:pt x="203255" y="200935"/>
                </a:lnTo>
                <a:lnTo>
                  <a:pt x="174954" y="244408"/>
                </a:lnTo>
                <a:cubicBezTo>
                  <a:pt x="176198" y="247047"/>
                  <a:pt x="176820" y="249842"/>
                  <a:pt x="176820" y="252947"/>
                </a:cubicBezTo>
                <a:cubicBezTo>
                  <a:pt x="176820" y="264281"/>
                  <a:pt x="167646" y="273441"/>
                  <a:pt x="156294" y="273441"/>
                </a:cubicBezTo>
                <a:cubicBezTo>
                  <a:pt x="145098" y="273441"/>
                  <a:pt x="135768" y="264281"/>
                  <a:pt x="135768" y="252947"/>
                </a:cubicBezTo>
                <a:cubicBezTo>
                  <a:pt x="135768" y="241613"/>
                  <a:pt x="145098" y="232453"/>
                  <a:pt x="156294" y="232453"/>
                </a:cubicBezTo>
                <a:cubicBezTo>
                  <a:pt x="156450" y="232453"/>
                  <a:pt x="156605" y="232453"/>
                  <a:pt x="156761" y="232453"/>
                </a:cubicBezTo>
                <a:lnTo>
                  <a:pt x="180863" y="195501"/>
                </a:lnTo>
                <a:cubicBezTo>
                  <a:pt x="168579" y="189291"/>
                  <a:pt x="160026" y="176560"/>
                  <a:pt x="160026" y="161810"/>
                </a:cubicBezTo>
                <a:cubicBezTo>
                  <a:pt x="160026" y="140850"/>
                  <a:pt x="177131" y="123772"/>
                  <a:pt x="198124" y="123772"/>
                </a:cubicBezTo>
                <a:close/>
                <a:moveTo>
                  <a:pt x="63907" y="67696"/>
                </a:moveTo>
                <a:lnTo>
                  <a:pt x="63907" y="335684"/>
                </a:lnTo>
                <a:lnTo>
                  <a:pt x="528201" y="335684"/>
                </a:lnTo>
                <a:lnTo>
                  <a:pt x="528201" y="67696"/>
                </a:lnTo>
                <a:close/>
                <a:moveTo>
                  <a:pt x="36385" y="0"/>
                </a:moveTo>
                <a:lnTo>
                  <a:pt x="560543" y="0"/>
                </a:lnTo>
                <a:cubicBezTo>
                  <a:pt x="580601" y="0"/>
                  <a:pt x="596772" y="16148"/>
                  <a:pt x="596772" y="36177"/>
                </a:cubicBezTo>
                <a:lnTo>
                  <a:pt x="596772" y="374345"/>
                </a:lnTo>
                <a:cubicBezTo>
                  <a:pt x="596772" y="394375"/>
                  <a:pt x="580601" y="410522"/>
                  <a:pt x="560543" y="410522"/>
                </a:cubicBezTo>
                <a:lnTo>
                  <a:pt x="435684" y="410522"/>
                </a:lnTo>
                <a:lnTo>
                  <a:pt x="462428" y="565633"/>
                </a:lnTo>
                <a:cubicBezTo>
                  <a:pt x="465538" y="583333"/>
                  <a:pt x="453565" y="600257"/>
                  <a:pt x="435839" y="603207"/>
                </a:cubicBezTo>
                <a:cubicBezTo>
                  <a:pt x="433818" y="603673"/>
                  <a:pt x="432108" y="603828"/>
                  <a:pt x="430242" y="603828"/>
                </a:cubicBezTo>
                <a:cubicBezTo>
                  <a:pt x="414537" y="603828"/>
                  <a:pt x="400854" y="592494"/>
                  <a:pt x="398055" y="576657"/>
                </a:cubicBezTo>
                <a:lnTo>
                  <a:pt x="369445" y="410522"/>
                </a:lnTo>
                <a:lnTo>
                  <a:pt x="226238" y="410522"/>
                </a:lnTo>
                <a:lnTo>
                  <a:pt x="197628" y="576657"/>
                </a:lnTo>
                <a:cubicBezTo>
                  <a:pt x="194829" y="592494"/>
                  <a:pt x="180991" y="603828"/>
                  <a:pt x="165442" y="603828"/>
                </a:cubicBezTo>
                <a:cubicBezTo>
                  <a:pt x="163576" y="603828"/>
                  <a:pt x="161710" y="603673"/>
                  <a:pt x="159844" y="603207"/>
                </a:cubicBezTo>
                <a:cubicBezTo>
                  <a:pt x="142118" y="600257"/>
                  <a:pt x="130145" y="583333"/>
                  <a:pt x="133255" y="565633"/>
                </a:cubicBezTo>
                <a:lnTo>
                  <a:pt x="159844" y="410522"/>
                </a:lnTo>
                <a:lnTo>
                  <a:pt x="36385" y="410522"/>
                </a:lnTo>
                <a:cubicBezTo>
                  <a:pt x="16326" y="410522"/>
                  <a:pt x="0" y="394375"/>
                  <a:pt x="0" y="374345"/>
                </a:cubicBezTo>
                <a:lnTo>
                  <a:pt x="0" y="36177"/>
                </a:lnTo>
                <a:cubicBezTo>
                  <a:pt x="0" y="16148"/>
                  <a:pt x="16326" y="0"/>
                  <a:pt x="36385" y="0"/>
                </a:cubicBezTo>
                <a:close/>
              </a:path>
            </a:pathLst>
          </a:custGeom>
          <a:solidFill>
            <a:srgbClr val="31C8E9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015"/>
          </a:p>
        </p:txBody>
      </p:sp>
      <p:sp>
        <p:nvSpPr>
          <p:cNvPr id="38" name="文本框 37"/>
          <p:cNvSpPr txBox="1"/>
          <p:nvPr/>
        </p:nvSpPr>
        <p:spPr>
          <a:xfrm>
            <a:off x="3547029" y="311950"/>
            <a:ext cx="2019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+mn-ea"/>
              </a:rPr>
              <a:t>目 录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707418" y="995826"/>
            <a:ext cx="1728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800" i="1" dirty="0">
                <a:solidFill>
                  <a:srgbClr val="31C8E9"/>
                </a:solidFill>
                <a:latin typeface="+mn-ea"/>
              </a:rPr>
              <a:t>contents</a:t>
            </a:r>
          </a:p>
        </p:txBody>
      </p:sp>
      <p:cxnSp>
        <p:nvCxnSpPr>
          <p:cNvPr id="48" name="直接连接符 47"/>
          <p:cNvCxnSpPr/>
          <p:nvPr/>
        </p:nvCxnSpPr>
        <p:spPr>
          <a:xfrm>
            <a:off x="2100943" y="1664252"/>
            <a:ext cx="0" cy="2407005"/>
          </a:xfrm>
          <a:prstGeom prst="line">
            <a:avLst/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5487B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4572000" y="1664252"/>
            <a:ext cx="0" cy="2407005"/>
          </a:xfrm>
          <a:prstGeom prst="line">
            <a:avLst/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5487B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672943" y="1664252"/>
            <a:ext cx="0" cy="2407005"/>
          </a:xfrm>
          <a:prstGeom prst="line">
            <a:avLst/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rgbClr val="5487B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等腰三角形 48"/>
          <p:cNvSpPr/>
          <p:nvPr/>
        </p:nvSpPr>
        <p:spPr>
          <a:xfrm>
            <a:off x="2037911" y="0"/>
            <a:ext cx="5068178" cy="1568900"/>
          </a:xfrm>
          <a:prstGeom prst="triangl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0000">
                  <a:srgbClr val="012133">
                    <a:alpha val="5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25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25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750"/>
                            </p:stCondLst>
                            <p:childTnLst>
                              <p:par>
                                <p:cTn id="7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250"/>
                            </p:stCondLst>
                            <p:childTnLst>
                              <p:par>
                                <p:cTn id="8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/>
      <p:bldP spid="75" grpId="0" animBg="1"/>
      <p:bldP spid="9" grpId="0"/>
      <p:bldP spid="15" grpId="0"/>
      <p:bldP spid="16" grpId="0"/>
      <p:bldP spid="59" grpId="0" animBg="1"/>
      <p:bldP spid="19" grpId="0"/>
      <p:bldP spid="20" grpId="0"/>
      <p:bldP spid="35" grpId="0"/>
      <p:bldP spid="36" grpId="0"/>
      <p:bldP spid="57" grpId="0" animBg="1"/>
      <p:bldP spid="38" grpId="0"/>
      <p:bldP spid="39" grpId="0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4465" b="706"/>
          <a:stretch>
            <a:fillRect/>
          </a:stretch>
        </p:blipFill>
        <p:spPr>
          <a:xfrm>
            <a:off x="0" y="0"/>
            <a:ext cx="9144000" cy="56388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049312" y="-950939"/>
            <a:ext cx="7045377" cy="7045377"/>
          </a:xfrm>
          <a:prstGeom prst="ellipse">
            <a:avLst/>
          </a:prstGeom>
          <a:solidFill>
            <a:schemeClr val="bg1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02200" y="-636820"/>
            <a:ext cx="2199641" cy="644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1250" dirty="0">
                <a:blipFill>
                  <a:blip r:embed="rId4"/>
                  <a:stretch>
                    <a:fillRect/>
                  </a:stretch>
                </a:blipFill>
                <a:latin typeface="Impact" panose="020B0806030902050204" pitchFamily="34" charset="0"/>
              </a:rPr>
              <a:t>1</a:t>
            </a:r>
            <a:endParaRPr lang="zh-CN" altLang="en-US" sz="41250" dirty="0">
              <a:blipFill>
                <a:blip r:embed="rId4"/>
                <a:stretch>
                  <a:fillRect/>
                </a:stretch>
              </a:blipFill>
              <a:latin typeface="Impact" panose="020B0806030902050204" pitchFamily="34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275609" y="2051677"/>
            <a:ext cx="4592783" cy="10401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0" name="文本框 9"/>
          <p:cNvSpPr txBox="1"/>
          <p:nvPr/>
        </p:nvSpPr>
        <p:spPr>
          <a:xfrm>
            <a:off x="2352676" y="2170539"/>
            <a:ext cx="4438650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项目概述</a:t>
            </a:r>
          </a:p>
        </p:txBody>
      </p:sp>
      <p:sp>
        <p:nvSpPr>
          <p:cNvPr id="11" name="椭圆 10"/>
          <p:cNvSpPr/>
          <p:nvPr/>
        </p:nvSpPr>
        <p:spPr>
          <a:xfrm>
            <a:off x="1251857" y="-748393"/>
            <a:ext cx="6640286" cy="6640286"/>
          </a:xfrm>
          <a:prstGeom prst="ellipse">
            <a:avLst/>
          </a:prstGeom>
          <a:noFill/>
          <a:ln w="6350">
            <a:solidFill>
              <a:srgbClr val="283C4F">
                <a:alpha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352675" y="3268535"/>
            <a:ext cx="4438650" cy="195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75" b="1" dirty="0">
                <a:solidFill>
                  <a:schemeClr val="bg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Live cargo financing plan.</a:t>
            </a:r>
            <a:endParaRPr lang="zh-CN" altLang="en-US" sz="675" dirty="0">
              <a:solidFill>
                <a:schemeClr val="bg1">
                  <a:alpha val="78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6578" y="4604586"/>
            <a:ext cx="22908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i="1" dirty="0">
                <a:solidFill>
                  <a:schemeClr val="bg1">
                    <a:alpha val="62000"/>
                  </a:schemeClr>
                </a:solidFill>
                <a:latin typeface="+mn-ea"/>
                <a:sym typeface="Arial" panose="020B0604020202020204" pitchFamily="34" charset="0"/>
              </a:rPr>
              <a:t>— ONE — </a:t>
            </a:r>
            <a:endParaRPr lang="zh-CN" altLang="en-US" sz="2700" i="1" dirty="0">
              <a:solidFill>
                <a:schemeClr val="bg1">
                  <a:alpha val="62000"/>
                </a:schemeClr>
              </a:solidFill>
              <a:latin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5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150"/>
                            </p:stCondLst>
                            <p:childTnLst>
                              <p:par>
                                <p:cTn id="2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/>
      <p:bldP spid="10" grpId="1"/>
      <p:bldP spid="11" grpId="0" animBg="1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>
            <a:extLst>
              <a:ext uri="{FF2B5EF4-FFF2-40B4-BE49-F238E27FC236}">
                <a16:creationId xmlns:a16="http://schemas.microsoft.com/office/drawing/2014/main" id="{BAC33521-9D6F-4599-ABC7-8322F52B1BB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55448" y="638955"/>
            <a:ext cx="1822381" cy="1144758"/>
          </a:xfrm>
          <a:prstGeom prst="rect">
            <a:avLst/>
          </a:prstGeom>
        </p:spPr>
      </p:pic>
      <p:sp>
        <p:nvSpPr>
          <p:cNvPr id="22" name="饼形 21"/>
          <p:cNvSpPr/>
          <p:nvPr>
            <p:custDataLst>
              <p:tags r:id="rId1"/>
            </p:custDataLst>
          </p:nvPr>
        </p:nvSpPr>
        <p:spPr>
          <a:xfrm>
            <a:off x="1077361" y="1682309"/>
            <a:ext cx="1087572" cy="1087574"/>
          </a:xfrm>
          <a:prstGeom prst="pie">
            <a:avLst>
              <a:gd name="adj1" fmla="val 16229478"/>
              <a:gd name="adj2" fmla="val 15514268"/>
            </a:avLst>
          </a:prstGeom>
          <a:solidFill>
            <a:srgbClr val="324C64"/>
          </a:solidFill>
          <a:ln>
            <a:noFill/>
          </a:ln>
        </p:spPr>
        <p:style>
          <a:lnRef idx="2">
            <a:srgbClr val="76BBC5">
              <a:shade val="50000"/>
            </a:srgbClr>
          </a:lnRef>
          <a:fillRef idx="1">
            <a:srgbClr val="76BBC5"/>
          </a:fillRef>
          <a:effectRef idx="0">
            <a:srgbClr val="76BBC5"/>
          </a:effectRef>
          <a:fontRef idx="minor">
            <a:srgbClr val="FFFFFF"/>
          </a:fontRef>
        </p:style>
        <p:txBody>
          <a:bodyPr wrap="square" lIns="67500" tIns="35100" rIns="67500" bIns="35100" rtlCol="0" anchor="ctr">
            <a:normAutofit/>
          </a:bodyPr>
          <a:lstStyle/>
          <a:p>
            <a:pPr algn="ctr"/>
            <a:endParaRPr lang="zh-CN" altLang="en-US" sz="1350">
              <a:solidFill>
                <a:srgbClr val="3B3838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61071" y="137152"/>
            <a:ext cx="591413" cy="591413"/>
          </a:xfrm>
          <a:prstGeom prst="ellipse">
            <a:avLst/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i="1" dirty="0"/>
              <a:t>4.</a:t>
            </a:r>
            <a:endParaRPr lang="zh-CN" altLang="en-US" sz="3000" b="1" i="1" dirty="0"/>
          </a:p>
        </p:txBody>
      </p:sp>
      <p:sp>
        <p:nvSpPr>
          <p:cNvPr id="8" name="矩形 7"/>
          <p:cNvSpPr/>
          <p:nvPr/>
        </p:nvSpPr>
        <p:spPr>
          <a:xfrm>
            <a:off x="1019162" y="190203"/>
            <a:ext cx="14638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3765"/>
            <a:r>
              <a:rPr lang="zh-CN" altLang="en-US" sz="2400" b="1" dirty="0">
                <a:solidFill>
                  <a:srgbClr val="42494D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项目背景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67362" y="156202"/>
            <a:ext cx="8669810" cy="685800"/>
            <a:chOff x="356483" y="208269"/>
            <a:chExt cx="11559746" cy="9144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1233938" y="838378"/>
              <a:ext cx="10682291" cy="0"/>
            </a:xfrm>
            <a:prstGeom prst="line">
              <a:avLst/>
            </a:prstGeom>
            <a:ln>
              <a:solidFill>
                <a:srgbClr val="283C4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弧形 10"/>
            <p:cNvSpPr/>
            <p:nvPr/>
          </p:nvSpPr>
          <p:spPr>
            <a:xfrm>
              <a:off x="356483" y="208269"/>
              <a:ext cx="914400" cy="914400"/>
            </a:xfrm>
            <a:prstGeom prst="arc">
              <a:avLst>
                <a:gd name="adj1" fmla="val 1398446"/>
                <a:gd name="adj2" fmla="val 4703835"/>
              </a:avLst>
            </a:prstGeom>
            <a:ln>
              <a:solidFill>
                <a:srgbClr val="283C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41" name="椭圆 40"/>
          <p:cNvSpPr/>
          <p:nvPr>
            <p:custDataLst>
              <p:tags r:id="rId2"/>
            </p:custDataLst>
          </p:nvPr>
        </p:nvSpPr>
        <p:spPr>
          <a:xfrm>
            <a:off x="5922813" y="1527812"/>
            <a:ext cx="1371344" cy="1371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rgbClr val="76BBC5">
              <a:shade val="50000"/>
            </a:srgbClr>
          </a:lnRef>
          <a:fillRef idx="1">
            <a:srgbClr val="76BBC5"/>
          </a:fillRef>
          <a:effectRef idx="0">
            <a:srgbClr val="76BBC5"/>
          </a:effectRef>
          <a:fontRef idx="minor">
            <a:srgbClr val="FFFFFF"/>
          </a:fontRef>
        </p:style>
        <p:txBody>
          <a:bodyPr wrap="square" lIns="67500" tIns="35100" rIns="67500" bIns="3510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3B3838"/>
              </a:solidFill>
              <a:effectLst/>
              <a:uLnTx/>
              <a:uFillTx/>
            </a:endParaRPr>
          </a:p>
        </p:txBody>
      </p:sp>
      <p:sp>
        <p:nvSpPr>
          <p:cNvPr id="50" name="文本框 49"/>
          <p:cNvSpPr txBox="1"/>
          <p:nvPr>
            <p:custDataLst>
              <p:tags r:id="rId3"/>
            </p:custDataLst>
          </p:nvPr>
        </p:nvSpPr>
        <p:spPr>
          <a:xfrm>
            <a:off x="6016649" y="1840953"/>
            <a:ext cx="597878" cy="379271"/>
          </a:xfrm>
          <a:prstGeom prst="rect">
            <a:avLst/>
          </a:prstGeom>
          <a:noFill/>
        </p:spPr>
        <p:txBody>
          <a:bodyPr wrap="square" lIns="67500" tIns="35100" rIns="67500" bIns="35100" rtlCol="0" anchor="ctr" anchorCtr="0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350" kern="0" dirty="0"/>
              <a:t>2.12%</a:t>
            </a: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5922814" y="3063807"/>
            <a:ext cx="1523716" cy="283913"/>
          </a:xfrm>
          <a:prstGeom prst="rect">
            <a:avLst/>
          </a:prstGeom>
        </p:spPr>
        <p:txBody>
          <a:bodyPr wrap="square" lIns="67500" tIns="35100" rIns="67500" bIns="35100">
            <a:normAutofit/>
          </a:bodyPr>
          <a:lstStyle>
            <a:defPPr>
              <a:defRPr lang="zh-CN"/>
            </a:defPPr>
            <a:lvl1pPr marR="0" lvl="0" indent="0" algn="ctr" defTabSz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kern="0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r>
              <a:rPr lang="zh-CN" altLang="en-US" sz="1050" dirty="0">
                <a:latin typeface="微软雅黑" panose="020B0503020204020204" charset="-122"/>
                <a:ea typeface="微软雅黑" panose="020B0503020204020204" charset="-122"/>
              </a:rPr>
              <a:t>符合风投眼中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905388" y="3261618"/>
            <a:ext cx="1541141" cy="348398"/>
          </a:xfrm>
          <a:prstGeom prst="rect">
            <a:avLst/>
          </a:prstGeom>
          <a:noFill/>
        </p:spPr>
        <p:txBody>
          <a:bodyPr wrap="square" lIns="67500" tIns="35100" rIns="67500" bIns="35100" anchor="b" anchorCtr="0">
            <a:normAutofit fontScale="67500" lnSpcReduction="20000"/>
          </a:bodyPr>
          <a:lstStyle>
            <a:defPPr>
              <a:defRPr lang="zh-CN"/>
            </a:defPPr>
            <a:lvl1pPr marR="0" lvl="0" indent="0" algn="ctr" defTabSz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kern="0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“准备好的创业者”</a:t>
            </a:r>
          </a:p>
        </p:txBody>
      </p:sp>
      <p:sp>
        <p:nvSpPr>
          <p:cNvPr id="15" name="饼形 14"/>
          <p:cNvSpPr/>
          <p:nvPr>
            <p:custDataLst>
              <p:tags r:id="rId6"/>
            </p:custDataLst>
          </p:nvPr>
        </p:nvSpPr>
        <p:spPr>
          <a:xfrm>
            <a:off x="6064699" y="1669698"/>
            <a:ext cx="1087573" cy="1087574"/>
          </a:xfrm>
          <a:prstGeom prst="pie">
            <a:avLst>
              <a:gd name="adj1" fmla="val 16229478"/>
              <a:gd name="adj2" fmla="val 16971088"/>
            </a:avLst>
          </a:prstGeom>
          <a:solidFill>
            <a:srgbClr val="324C64"/>
          </a:solidFill>
          <a:ln>
            <a:noFill/>
          </a:ln>
        </p:spPr>
        <p:style>
          <a:lnRef idx="2">
            <a:srgbClr val="76BBC5">
              <a:shade val="50000"/>
            </a:srgbClr>
          </a:lnRef>
          <a:fillRef idx="1">
            <a:srgbClr val="76BBC5"/>
          </a:fillRef>
          <a:effectRef idx="0">
            <a:srgbClr val="76BBC5"/>
          </a:effectRef>
          <a:fontRef idx="minor">
            <a:srgbClr val="FFFFFF"/>
          </a:fontRef>
        </p:style>
        <p:txBody>
          <a:bodyPr wrap="square" lIns="67500" tIns="35100" rIns="67500" bIns="35100" rtlCol="0" anchor="ctr">
            <a:normAutofit/>
          </a:bodyPr>
          <a:lstStyle/>
          <a:p>
            <a:pPr algn="ctr"/>
            <a:endParaRPr lang="zh-CN" altLang="en-US" sz="1350">
              <a:solidFill>
                <a:srgbClr val="3B3838"/>
              </a:solidFill>
            </a:endParaRPr>
          </a:p>
        </p:txBody>
      </p:sp>
      <p:sp>
        <p:nvSpPr>
          <p:cNvPr id="42" name="椭圆 41"/>
          <p:cNvSpPr/>
          <p:nvPr>
            <p:custDataLst>
              <p:tags r:id="rId7"/>
            </p:custDataLst>
          </p:nvPr>
        </p:nvSpPr>
        <p:spPr>
          <a:xfrm>
            <a:off x="3469001" y="1527812"/>
            <a:ext cx="1371344" cy="1371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rgbClr val="76BBC5">
              <a:shade val="50000"/>
            </a:srgbClr>
          </a:lnRef>
          <a:fillRef idx="1">
            <a:srgbClr val="76BBC5"/>
          </a:fillRef>
          <a:effectRef idx="0">
            <a:srgbClr val="76BBC5"/>
          </a:effectRef>
          <a:fontRef idx="minor">
            <a:srgbClr val="FFFFFF"/>
          </a:fontRef>
        </p:style>
        <p:txBody>
          <a:bodyPr wrap="square" lIns="67500" tIns="35100" rIns="67500" bIns="3510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3B3838"/>
              </a:solidFill>
              <a:effectLst/>
              <a:uLnTx/>
              <a:uFillTx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3556795" y="1814129"/>
            <a:ext cx="597878" cy="379271"/>
          </a:xfrm>
          <a:prstGeom prst="rect">
            <a:avLst/>
          </a:prstGeom>
          <a:noFill/>
        </p:spPr>
        <p:txBody>
          <a:bodyPr wrap="square" lIns="67500" tIns="35100" rIns="67500" bIns="35100" rtlCol="0" anchor="ctr" anchorCtr="0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350" kern="0" dirty="0"/>
              <a:t>14</a:t>
            </a:r>
            <a:r>
              <a:rPr kumimoji="0" lang="en-US" altLang="zh-CN" sz="13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%</a:t>
            </a: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3384104" y="3046567"/>
            <a:ext cx="1541141" cy="348398"/>
          </a:xfrm>
          <a:prstGeom prst="rect">
            <a:avLst/>
          </a:prstGeom>
          <a:noFill/>
        </p:spPr>
        <p:txBody>
          <a:bodyPr wrap="square" lIns="67500" tIns="35100" rIns="67500" bIns="35100" anchor="b" anchorCtr="0">
            <a:normAutofit fontScale="70000" lnSpcReduction="20000"/>
          </a:bodyPr>
          <a:lstStyle>
            <a:defPPr>
              <a:defRPr lang="zh-CN"/>
            </a:defPPr>
            <a:lvl1pPr marR="0" lvl="0" indent="0" algn="ctr" defTabSz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kern="0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r>
              <a:rPr lang="zh-CN" altLang="en-US" b="1" dirty="0">
                <a:latin typeface="Arial" panose="020B0604020202020204" pitchFamily="34" charset="0"/>
                <a:ea typeface="黑体" panose="02010609060101010101" charset="-122"/>
                <a:cs typeface="+mn-ea"/>
              </a:rPr>
              <a:t>正在创业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charset="-122"/>
                <a:cs typeface="+mn-ea"/>
              </a:rPr>
              <a:t>/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charset="-122"/>
                <a:cs typeface="+mn-ea"/>
              </a:rPr>
              <a:t>打算创业</a:t>
            </a:r>
          </a:p>
        </p:txBody>
      </p:sp>
      <p:sp>
        <p:nvSpPr>
          <p:cNvPr id="20" name="饼形 19"/>
          <p:cNvSpPr/>
          <p:nvPr>
            <p:custDataLst>
              <p:tags r:id="rId10"/>
            </p:custDataLst>
          </p:nvPr>
        </p:nvSpPr>
        <p:spPr>
          <a:xfrm>
            <a:off x="3610888" y="1673303"/>
            <a:ext cx="1087573" cy="1087574"/>
          </a:xfrm>
          <a:prstGeom prst="pie">
            <a:avLst>
              <a:gd name="adj1" fmla="val 16229478"/>
              <a:gd name="adj2" fmla="val 18642302"/>
            </a:avLst>
          </a:prstGeom>
          <a:solidFill>
            <a:srgbClr val="324C64"/>
          </a:solidFill>
          <a:ln>
            <a:noFill/>
          </a:ln>
        </p:spPr>
        <p:style>
          <a:lnRef idx="2">
            <a:srgbClr val="76BBC5">
              <a:shade val="50000"/>
            </a:srgbClr>
          </a:lnRef>
          <a:fillRef idx="1">
            <a:srgbClr val="76BBC5"/>
          </a:fillRef>
          <a:effectRef idx="0">
            <a:srgbClr val="76BBC5"/>
          </a:effectRef>
          <a:fontRef idx="minor">
            <a:srgbClr val="FFFFFF"/>
          </a:fontRef>
        </p:style>
        <p:txBody>
          <a:bodyPr wrap="square" lIns="67500" tIns="35100" rIns="67500" bIns="35100" rtlCol="0" anchor="ctr">
            <a:normAutofit/>
          </a:bodyPr>
          <a:lstStyle/>
          <a:p>
            <a:pPr algn="ctr"/>
            <a:endParaRPr lang="zh-CN" altLang="en-US" sz="1350">
              <a:solidFill>
                <a:srgbClr val="3B3838"/>
              </a:solidFill>
            </a:endParaRPr>
          </a:p>
        </p:txBody>
      </p:sp>
      <p:sp>
        <p:nvSpPr>
          <p:cNvPr id="43" name="椭圆 42"/>
          <p:cNvSpPr/>
          <p:nvPr>
            <p:custDataLst>
              <p:tags r:id="rId11"/>
            </p:custDataLst>
          </p:nvPr>
        </p:nvSpPr>
        <p:spPr>
          <a:xfrm>
            <a:off x="930295" y="1533684"/>
            <a:ext cx="1371344" cy="1371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rgbClr val="76BBC5">
              <a:shade val="50000"/>
            </a:srgbClr>
          </a:lnRef>
          <a:fillRef idx="1">
            <a:srgbClr val="76BBC5"/>
          </a:fillRef>
          <a:effectRef idx="0">
            <a:srgbClr val="76BBC5"/>
          </a:effectRef>
          <a:fontRef idx="minor">
            <a:srgbClr val="FFFFFF"/>
          </a:fontRef>
        </p:style>
        <p:txBody>
          <a:bodyPr wrap="square" lIns="67500" tIns="35100" rIns="67500" bIns="35100" rtlCol="0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3B3838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1403309" y="2213484"/>
            <a:ext cx="597878" cy="379271"/>
          </a:xfrm>
          <a:prstGeom prst="rect">
            <a:avLst/>
          </a:prstGeom>
          <a:noFill/>
        </p:spPr>
        <p:txBody>
          <a:bodyPr wrap="square" lIns="67500" tIns="35100" rIns="67500" bIns="35100" rtlCol="0" anchor="ctr" anchorCtr="0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350" kern="0" dirty="0">
                <a:solidFill>
                  <a:schemeClr val="bg1"/>
                </a:solidFill>
              </a:rPr>
              <a:t>96.1%</a:t>
            </a:r>
            <a:endParaRPr kumimoji="0" lang="en-US" altLang="zh-CN" sz="135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845396" y="3052439"/>
            <a:ext cx="1541140" cy="348398"/>
          </a:xfrm>
          <a:prstGeom prst="rect">
            <a:avLst/>
          </a:prstGeom>
          <a:noFill/>
        </p:spPr>
        <p:txBody>
          <a:bodyPr wrap="square" lIns="67500" tIns="35100" rIns="67500" bIns="35100" anchor="b" anchorCtr="0">
            <a:normAutofit fontScale="62500" lnSpcReduction="20000"/>
          </a:bodyPr>
          <a:lstStyle>
            <a:defPPr>
              <a:defRPr lang="zh-CN"/>
            </a:defPPr>
            <a:lvl1pPr marR="0" lvl="0" indent="0" algn="ctr" defTabSz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kern="0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r>
              <a:rPr lang="zh-CN" altLang="en-US" b="1" dirty="0">
                <a:latin typeface="Arial" panose="020B0604020202020204" pitchFamily="34" charset="0"/>
                <a:ea typeface="黑体" panose="02010609060101010101" charset="-122"/>
                <a:cs typeface="+mn-ea"/>
              </a:rPr>
              <a:t>有过创业的想法和意愿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2C83FC-2783-4D18-A3DD-118D4013F041}"/>
              </a:ext>
            </a:extLst>
          </p:cNvPr>
          <p:cNvSpPr txBox="1"/>
          <p:nvPr/>
        </p:nvSpPr>
        <p:spPr>
          <a:xfrm>
            <a:off x="1168400" y="842002"/>
            <a:ext cx="362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根据</a:t>
            </a:r>
            <a:r>
              <a:rPr lang="en-US" altLang="zh-CN" sz="1800" dirty="0"/>
              <a:t>《2023</a:t>
            </a:r>
            <a:r>
              <a:rPr lang="zh-CN" altLang="en-US" sz="1800" dirty="0"/>
              <a:t>中国大学生创业报告</a:t>
            </a:r>
            <a:r>
              <a:rPr lang="en-US" altLang="zh-CN" sz="1800" dirty="0"/>
              <a:t>》</a:t>
            </a:r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A844241E-C049-4371-A144-1D827413F285}"/>
              </a:ext>
            </a:extLst>
          </p:cNvPr>
          <p:cNvCxnSpPr/>
          <p:nvPr/>
        </p:nvCxnSpPr>
        <p:spPr>
          <a:xfrm>
            <a:off x="2386536" y="2220224"/>
            <a:ext cx="9408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A2D649B-88B9-4752-8D64-25759163954A}"/>
              </a:ext>
            </a:extLst>
          </p:cNvPr>
          <p:cNvCxnSpPr>
            <a:stCxn id="42" idx="6"/>
            <a:endCxn id="41" idx="2"/>
          </p:cNvCxnSpPr>
          <p:nvPr/>
        </p:nvCxnSpPr>
        <p:spPr>
          <a:xfrm>
            <a:off x="4840345" y="2213484"/>
            <a:ext cx="10824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CCEA301-423B-446F-8DC3-03F81A47FD11}"/>
              </a:ext>
            </a:extLst>
          </p:cNvPr>
          <p:cNvSpPr txBox="1"/>
          <p:nvPr/>
        </p:nvSpPr>
        <p:spPr>
          <a:xfrm>
            <a:off x="1147356" y="3897886"/>
            <a:ext cx="7387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可见，大学生们对创业的热情很高，但真正深入了解的仍占少数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AB85496-98FA-4614-BBE4-E963256E1C52}"/>
              </a:ext>
            </a:extLst>
          </p:cNvPr>
          <p:cNvSpPr txBox="1"/>
          <p:nvPr/>
        </p:nvSpPr>
        <p:spPr>
          <a:xfrm>
            <a:off x="7294157" y="1881366"/>
            <a:ext cx="196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就业结构性问题突出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1" grpId="0" animBg="1"/>
      <p:bldP spid="50" grpId="0"/>
      <p:bldP spid="13" grpId="0"/>
      <p:bldP spid="14" grpId="0"/>
      <p:bldP spid="15" grpId="0" animBg="1"/>
      <p:bldP spid="42" grpId="0" animBg="1"/>
      <p:bldP spid="51" grpId="0"/>
      <p:bldP spid="16" grpId="0"/>
      <p:bldP spid="20" grpId="0" animBg="1"/>
      <p:bldP spid="43" grpId="0" animBg="1"/>
      <p:bldP spid="18" grpId="0"/>
      <p:bldP spid="19" grpId="0"/>
      <p:bldP spid="40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056378"/>
          <p:cNvSpPr/>
          <p:nvPr/>
        </p:nvSpPr>
        <p:spPr bwMode="auto">
          <a:xfrm>
            <a:off x="27109" y="4024003"/>
            <a:ext cx="926053" cy="2037160"/>
          </a:xfrm>
          <a:prstGeom prst="rect">
            <a:avLst/>
          </a:prstGeom>
          <a:solidFill>
            <a:srgbClr val="324C6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55" tIns="34277" rIns="68555" bIns="34277" numCol="1" rtlCol="0" anchor="t" anchorCtr="0" compatLnSpc="1"/>
          <a:lstStyle/>
          <a:p>
            <a:endParaRPr lang="zh-CN" altLang="en-US" sz="1350"/>
          </a:p>
        </p:txBody>
      </p:sp>
      <p:sp>
        <p:nvSpPr>
          <p:cNvPr id="12" name="428798"/>
          <p:cNvSpPr/>
          <p:nvPr/>
        </p:nvSpPr>
        <p:spPr bwMode="auto">
          <a:xfrm>
            <a:off x="8248814" y="4024003"/>
            <a:ext cx="926053" cy="2037160"/>
          </a:xfrm>
          <a:prstGeom prst="rect">
            <a:avLst/>
          </a:prstGeom>
          <a:solidFill>
            <a:srgbClr val="17242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61071" y="137152"/>
            <a:ext cx="591413" cy="591413"/>
          </a:xfrm>
          <a:prstGeom prst="ellipse">
            <a:avLst/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i="1" dirty="0"/>
              <a:t>1.</a:t>
            </a:r>
            <a:endParaRPr lang="zh-CN" altLang="en-US" sz="3000" b="1" i="1" dirty="0"/>
          </a:p>
        </p:txBody>
      </p:sp>
      <p:sp>
        <p:nvSpPr>
          <p:cNvPr id="53" name="矩形 52"/>
          <p:cNvSpPr/>
          <p:nvPr/>
        </p:nvSpPr>
        <p:spPr>
          <a:xfrm>
            <a:off x="1019162" y="190203"/>
            <a:ext cx="14638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324C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项目背景</a:t>
            </a:r>
            <a:endParaRPr lang="zh-CN" altLang="en-US" sz="2400" b="1" dirty="0">
              <a:solidFill>
                <a:srgbClr val="324C64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7362" y="156202"/>
            <a:ext cx="8669810" cy="685800"/>
            <a:chOff x="356483" y="208269"/>
            <a:chExt cx="11559746" cy="914400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1233938" y="838378"/>
              <a:ext cx="10682291" cy="0"/>
            </a:xfrm>
            <a:prstGeom prst="line">
              <a:avLst/>
            </a:prstGeom>
            <a:ln>
              <a:solidFill>
                <a:srgbClr val="283C4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弧形 58"/>
            <p:cNvSpPr/>
            <p:nvPr/>
          </p:nvSpPr>
          <p:spPr>
            <a:xfrm>
              <a:off x="356483" y="208269"/>
              <a:ext cx="914400" cy="914400"/>
            </a:xfrm>
            <a:prstGeom prst="arc">
              <a:avLst>
                <a:gd name="adj1" fmla="val 1398446"/>
                <a:gd name="adj2" fmla="val 4703835"/>
              </a:avLst>
            </a:prstGeom>
            <a:ln>
              <a:solidFill>
                <a:srgbClr val="283C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13" name="椭圆 12">
            <a:extLst>
              <a:ext uri="{FF2B5EF4-FFF2-40B4-BE49-F238E27FC236}">
                <a16:creationId xmlns:a16="http://schemas.microsoft.com/office/drawing/2014/main" id="{14257BBF-B9D5-496C-9B35-886AD92F6C64}"/>
              </a:ext>
            </a:extLst>
          </p:cNvPr>
          <p:cNvSpPr/>
          <p:nvPr/>
        </p:nvSpPr>
        <p:spPr bwMode="auto">
          <a:xfrm>
            <a:off x="1161112" y="2060694"/>
            <a:ext cx="1406077" cy="1406077"/>
          </a:xfrm>
          <a:prstGeom prst="ellipse">
            <a:avLst/>
          </a:prstGeom>
          <a:solidFill>
            <a:srgbClr val="5B9BD5"/>
          </a:solidFill>
          <a:ln w="25400">
            <a:noFill/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9E9C874-97A3-4B94-8A7C-9D2DA7FD8B10}"/>
              </a:ext>
            </a:extLst>
          </p:cNvPr>
          <p:cNvGrpSpPr/>
          <p:nvPr/>
        </p:nvGrpSpPr>
        <p:grpSpPr>
          <a:xfrm>
            <a:off x="2410004" y="851188"/>
            <a:ext cx="4435259" cy="1359422"/>
            <a:chOff x="5832724" y="1843314"/>
            <a:chExt cx="4435259" cy="1359422"/>
          </a:xfrm>
          <a:solidFill>
            <a:srgbClr val="5B9BD5"/>
          </a:solidFill>
          <a:effectLst>
            <a:outerShdw blurRad="152400" dist="101600" dir="2700000" algn="tl" rotWithShape="0">
              <a:prstClr val="black">
                <a:alpha val="60000"/>
              </a:prstClr>
            </a:outerShdw>
          </a:effectLst>
        </p:grpSpPr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F36C4B9A-8395-4A74-A202-F641D143A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1212" y="1951655"/>
              <a:ext cx="3251576" cy="5385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044000" tIns="45720" rIns="91440" bIns="45720" numCol="1" anchor="ctr" anchorCtr="0" compatLnSpc="1"/>
            <a:lstStyle/>
            <a:p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任意多边形 45">
              <a:extLst>
                <a:ext uri="{FF2B5EF4-FFF2-40B4-BE49-F238E27FC236}">
                  <a16:creationId xmlns:a16="http://schemas.microsoft.com/office/drawing/2014/main" id="{170E0480-1146-4EE1-9A7B-B53B08E73B7B}"/>
                </a:ext>
              </a:extLst>
            </p:cNvPr>
            <p:cNvSpPr/>
            <p:nvPr/>
          </p:nvSpPr>
          <p:spPr bwMode="auto">
            <a:xfrm>
              <a:off x="5832724" y="1951656"/>
              <a:ext cx="748489" cy="1251080"/>
            </a:xfrm>
            <a:custGeom>
              <a:avLst/>
              <a:gdLst>
                <a:gd name="connsiteX0" fmla="*/ 889093 w 889093"/>
                <a:gd name="connsiteY0" fmla="*/ 0 h 1486097"/>
                <a:gd name="connsiteX1" fmla="*/ 889093 w 889093"/>
                <a:gd name="connsiteY1" fmla="*/ 639763 h 1486097"/>
                <a:gd name="connsiteX2" fmla="*/ 120112 w 889093"/>
                <a:gd name="connsiteY2" fmla="*/ 1486097 h 1486097"/>
                <a:gd name="connsiteX3" fmla="*/ 62725 w 889093"/>
                <a:gd name="connsiteY3" fmla="*/ 1409355 h 1486097"/>
                <a:gd name="connsiteX4" fmla="*/ 0 w 889093"/>
                <a:gd name="connsiteY4" fmla="*/ 1340341 h 148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9093" h="1486097">
                  <a:moveTo>
                    <a:pt x="889093" y="0"/>
                  </a:moveTo>
                  <a:lnTo>
                    <a:pt x="889093" y="639763"/>
                  </a:lnTo>
                  <a:lnTo>
                    <a:pt x="120112" y="1486097"/>
                  </a:lnTo>
                  <a:lnTo>
                    <a:pt x="62725" y="1409355"/>
                  </a:lnTo>
                  <a:lnTo>
                    <a:pt x="0" y="1340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3EE9F5A-87B4-40B2-9A16-2BBCABB76DCC}"/>
                </a:ext>
              </a:extLst>
            </p:cNvPr>
            <p:cNvSpPr/>
            <p:nvPr/>
          </p:nvSpPr>
          <p:spPr bwMode="auto">
            <a:xfrm>
              <a:off x="9466204" y="1843314"/>
              <a:ext cx="801779" cy="8017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792000" rIns="72000" bIns="45720" numCol="1" rtlCol="0" anchor="ctr" anchorCtr="0" compatLnSpc="1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E8B3490-9987-496E-B276-BF5B7E4758BB}"/>
              </a:ext>
            </a:extLst>
          </p:cNvPr>
          <p:cNvGrpSpPr/>
          <p:nvPr/>
        </p:nvGrpSpPr>
        <p:grpSpPr>
          <a:xfrm>
            <a:off x="2588547" y="1771613"/>
            <a:ext cx="4791511" cy="924408"/>
            <a:chOff x="5989911" y="2597573"/>
            <a:chExt cx="4791511" cy="924408"/>
          </a:xfrm>
          <a:solidFill>
            <a:srgbClr val="5B9BD5"/>
          </a:solidFill>
          <a:effectLst>
            <a:outerShdw blurRad="152400" dist="101600" dir="2700000" algn="tl" rotWithShape="0">
              <a:prstClr val="black">
                <a:alpha val="60000"/>
              </a:prstClr>
            </a:outerShdw>
          </a:effectLst>
        </p:grpSpPr>
        <p:sp>
          <p:nvSpPr>
            <p:cNvPr id="22" name="Rectangle 6">
              <a:extLst>
                <a:ext uri="{FF2B5EF4-FFF2-40B4-BE49-F238E27FC236}">
                  <a16:creationId xmlns:a16="http://schemas.microsoft.com/office/drawing/2014/main" id="{4F736051-045A-48A9-8B9C-1C5CAE5E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1212" y="2717440"/>
              <a:ext cx="3764772" cy="55061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45720" rIns="91440" bIns="45720" numCol="1" anchor="ctr" anchorCtr="1" compatLnSpc="1"/>
            <a:lstStyle/>
            <a:p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任意多边形 46">
              <a:extLst>
                <a:ext uri="{FF2B5EF4-FFF2-40B4-BE49-F238E27FC236}">
                  <a16:creationId xmlns:a16="http://schemas.microsoft.com/office/drawing/2014/main" id="{816C4541-1FD9-4B2F-985F-BB87D39FF5D7}"/>
                </a:ext>
              </a:extLst>
            </p:cNvPr>
            <p:cNvSpPr/>
            <p:nvPr/>
          </p:nvSpPr>
          <p:spPr bwMode="auto">
            <a:xfrm>
              <a:off x="5989911" y="2717440"/>
              <a:ext cx="591301" cy="804541"/>
            </a:xfrm>
            <a:custGeom>
              <a:avLst/>
              <a:gdLst>
                <a:gd name="connsiteX0" fmla="*/ 702378 w 702378"/>
                <a:gd name="connsiteY0" fmla="*/ 0 h 955675"/>
                <a:gd name="connsiteX1" fmla="*/ 702378 w 702378"/>
                <a:gd name="connsiteY1" fmla="*/ 654050 h 955675"/>
                <a:gd name="connsiteX2" fmla="*/ 106066 w 702378"/>
                <a:gd name="connsiteY2" fmla="*/ 955675 h 955675"/>
                <a:gd name="connsiteX3" fmla="*/ 96224 w 702378"/>
                <a:gd name="connsiteY3" fmla="*/ 938153 h 955675"/>
                <a:gd name="connsiteX4" fmla="*/ 80699 w 702378"/>
                <a:gd name="connsiteY4" fmla="*/ 877774 h 955675"/>
                <a:gd name="connsiteX5" fmla="*/ 43168 w 702378"/>
                <a:gd name="connsiteY5" fmla="*/ 775229 h 955675"/>
                <a:gd name="connsiteX6" fmla="*/ 0 w 702378"/>
                <a:gd name="connsiteY6" fmla="*/ 685619 h 955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2378" h="955675">
                  <a:moveTo>
                    <a:pt x="702378" y="0"/>
                  </a:moveTo>
                  <a:lnTo>
                    <a:pt x="702378" y="654050"/>
                  </a:lnTo>
                  <a:lnTo>
                    <a:pt x="106066" y="955675"/>
                  </a:lnTo>
                  <a:lnTo>
                    <a:pt x="96224" y="938153"/>
                  </a:lnTo>
                  <a:lnTo>
                    <a:pt x="80699" y="877774"/>
                  </a:lnTo>
                  <a:cubicBezTo>
                    <a:pt x="69829" y="842825"/>
                    <a:pt x="57287" y="808612"/>
                    <a:pt x="43168" y="775229"/>
                  </a:cubicBezTo>
                  <a:lnTo>
                    <a:pt x="0" y="68561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A1DA2B7-DA20-4854-914C-5489C2050A6A}"/>
                </a:ext>
              </a:extLst>
            </p:cNvPr>
            <p:cNvSpPr/>
            <p:nvPr/>
          </p:nvSpPr>
          <p:spPr bwMode="auto">
            <a:xfrm>
              <a:off x="9979643" y="2597573"/>
              <a:ext cx="801779" cy="8017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792000" rIns="72000" bIns="45720" numCol="1" rtlCol="0" anchor="ctr" anchorCtr="0" compatLnSpc="1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B4D3FD4A-A4D1-425F-8D7C-4DAB705263C1}"/>
              </a:ext>
            </a:extLst>
          </p:cNvPr>
          <p:cNvGrpSpPr/>
          <p:nvPr/>
        </p:nvGrpSpPr>
        <p:grpSpPr>
          <a:xfrm>
            <a:off x="2709071" y="2632041"/>
            <a:ext cx="5211515" cy="801779"/>
            <a:chOff x="6081826" y="3354969"/>
            <a:chExt cx="5211515" cy="801779"/>
          </a:xfrm>
          <a:solidFill>
            <a:srgbClr val="5B9BD5"/>
          </a:solidFill>
          <a:effectLst>
            <a:outerShdw blurRad="152400" dist="101600" dir="2700000" algn="tl" rotWithShape="0">
              <a:prstClr val="black">
                <a:alpha val="60000"/>
              </a:prstClr>
            </a:outerShdw>
          </a:effectLst>
        </p:grpSpPr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9C4C3A2D-96E4-4B4F-95BD-FFE0A3373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1212" y="3489906"/>
              <a:ext cx="4264603" cy="53190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91440" bIns="45720" numCol="1" anchor="ctr" anchorCtr="1" compatLnSpc="1"/>
            <a:lstStyle/>
            <a:p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任意多边形 47">
              <a:extLst>
                <a:ext uri="{FF2B5EF4-FFF2-40B4-BE49-F238E27FC236}">
                  <a16:creationId xmlns:a16="http://schemas.microsoft.com/office/drawing/2014/main" id="{95A2E4BE-8616-4823-981E-CAC71A35BA3A}"/>
                </a:ext>
              </a:extLst>
            </p:cNvPr>
            <p:cNvSpPr/>
            <p:nvPr/>
          </p:nvSpPr>
          <p:spPr bwMode="auto">
            <a:xfrm>
              <a:off x="6081826" y="3489906"/>
              <a:ext cx="499386" cy="531906"/>
            </a:xfrm>
            <a:custGeom>
              <a:avLst/>
              <a:gdLst>
                <a:gd name="connsiteX0" fmla="*/ 593196 w 593196"/>
                <a:gd name="connsiteY0" fmla="*/ 0 h 631825"/>
                <a:gd name="connsiteX1" fmla="*/ 593196 w 593196"/>
                <a:gd name="connsiteY1" fmla="*/ 631825 h 631825"/>
                <a:gd name="connsiteX2" fmla="*/ 0 w 593196"/>
                <a:gd name="connsiteY2" fmla="*/ 510619 h 631825"/>
                <a:gd name="connsiteX3" fmla="*/ 15934 w 593196"/>
                <a:gd name="connsiteY3" fmla="*/ 406217 h 631825"/>
                <a:gd name="connsiteX4" fmla="*/ 21696 w 593196"/>
                <a:gd name="connsiteY4" fmla="*/ 292100 h 631825"/>
                <a:gd name="connsiteX5" fmla="*/ 15934 w 593196"/>
                <a:gd name="connsiteY5" fmla="*/ 177983 h 631825"/>
                <a:gd name="connsiteX6" fmla="*/ 6631 w 593196"/>
                <a:gd name="connsiteY6" fmla="*/ 117031 h 631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196" h="631825">
                  <a:moveTo>
                    <a:pt x="593196" y="0"/>
                  </a:moveTo>
                  <a:lnTo>
                    <a:pt x="593196" y="631825"/>
                  </a:lnTo>
                  <a:lnTo>
                    <a:pt x="0" y="510619"/>
                  </a:lnTo>
                  <a:lnTo>
                    <a:pt x="15934" y="406217"/>
                  </a:lnTo>
                  <a:cubicBezTo>
                    <a:pt x="19744" y="368696"/>
                    <a:pt x="21696" y="330626"/>
                    <a:pt x="21696" y="292100"/>
                  </a:cubicBezTo>
                  <a:cubicBezTo>
                    <a:pt x="21696" y="253574"/>
                    <a:pt x="19744" y="215504"/>
                    <a:pt x="15934" y="177983"/>
                  </a:cubicBezTo>
                  <a:lnTo>
                    <a:pt x="6631" y="1170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A2D8A65-43A9-48EE-B771-BF1017D132C3}"/>
                </a:ext>
              </a:extLst>
            </p:cNvPr>
            <p:cNvSpPr/>
            <p:nvPr/>
          </p:nvSpPr>
          <p:spPr bwMode="auto">
            <a:xfrm>
              <a:off x="10491562" y="3354969"/>
              <a:ext cx="801779" cy="8017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792000" rIns="72000" bIns="45720" numCol="1" rtlCol="0" anchor="ctr" anchorCtr="0" compatLnSpc="1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EA6963C-EB76-4E73-B314-3B3D2E3D2E5B}"/>
              </a:ext>
            </a:extLst>
          </p:cNvPr>
          <p:cNvGrpSpPr/>
          <p:nvPr/>
        </p:nvGrpSpPr>
        <p:grpSpPr>
          <a:xfrm>
            <a:off x="2550485" y="3408041"/>
            <a:ext cx="4831452" cy="884271"/>
            <a:chOff x="5949970" y="4033653"/>
            <a:chExt cx="4831452" cy="884271"/>
          </a:xfrm>
          <a:solidFill>
            <a:srgbClr val="5B9BD5"/>
          </a:solidFill>
          <a:effectLst>
            <a:outerShdw blurRad="152400" dist="101600" dir="2700000" algn="tl" rotWithShape="0">
              <a:prstClr val="black">
                <a:alpha val="60000"/>
              </a:prstClr>
            </a:outerShdw>
          </a:effectLst>
        </p:grpSpPr>
        <p:sp>
          <p:nvSpPr>
            <p:cNvPr id="30" name="Rectangle 8">
              <a:extLst>
                <a:ext uri="{FF2B5EF4-FFF2-40B4-BE49-F238E27FC236}">
                  <a16:creationId xmlns:a16="http://schemas.microsoft.com/office/drawing/2014/main" id="{F19962F6-1069-44F8-A0D8-13E868EAE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1212" y="4255690"/>
              <a:ext cx="3764772" cy="5385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91440" bIns="45720" numCol="1" anchor="ctr" anchorCtr="1" compatLnSpc="1"/>
            <a:lstStyle/>
            <a:p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任意多边形 48">
              <a:extLst>
                <a:ext uri="{FF2B5EF4-FFF2-40B4-BE49-F238E27FC236}">
                  <a16:creationId xmlns:a16="http://schemas.microsoft.com/office/drawing/2014/main" id="{F458F31F-3D16-4E27-B242-29EF1F31882E}"/>
                </a:ext>
              </a:extLst>
            </p:cNvPr>
            <p:cNvSpPr/>
            <p:nvPr/>
          </p:nvSpPr>
          <p:spPr bwMode="auto">
            <a:xfrm>
              <a:off x="5949970" y="4033653"/>
              <a:ext cx="631242" cy="760626"/>
            </a:xfrm>
            <a:custGeom>
              <a:avLst/>
              <a:gdLst>
                <a:gd name="connsiteX0" fmla="*/ 120132 w 749822"/>
                <a:gd name="connsiteY0" fmla="*/ 0 h 903510"/>
                <a:gd name="connsiteX1" fmla="*/ 749822 w 749822"/>
                <a:gd name="connsiteY1" fmla="*/ 263748 h 903510"/>
                <a:gd name="connsiteX2" fmla="*/ 749822 w 749822"/>
                <a:gd name="connsiteY2" fmla="*/ 903510 h 903510"/>
                <a:gd name="connsiteX3" fmla="*/ 0 w 749822"/>
                <a:gd name="connsiteY3" fmla="*/ 250009 h 903510"/>
                <a:gd name="connsiteX4" fmla="*/ 43612 w 749822"/>
                <a:gd name="connsiteY4" fmla="*/ 178221 h 903510"/>
                <a:gd name="connsiteX5" fmla="*/ 90612 w 749822"/>
                <a:gd name="connsiteY5" fmla="*/ 80656 h 903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9822" h="903510">
                  <a:moveTo>
                    <a:pt x="120132" y="0"/>
                  </a:moveTo>
                  <a:lnTo>
                    <a:pt x="749822" y="263748"/>
                  </a:lnTo>
                  <a:lnTo>
                    <a:pt x="749822" y="903510"/>
                  </a:lnTo>
                  <a:lnTo>
                    <a:pt x="0" y="250009"/>
                  </a:lnTo>
                  <a:lnTo>
                    <a:pt x="43612" y="178221"/>
                  </a:lnTo>
                  <a:cubicBezTo>
                    <a:pt x="60794" y="146592"/>
                    <a:pt x="76492" y="114039"/>
                    <a:pt x="90612" y="806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4E9A44A-9CDF-489B-B8AD-E5E48A132811}"/>
                </a:ext>
              </a:extLst>
            </p:cNvPr>
            <p:cNvSpPr/>
            <p:nvPr/>
          </p:nvSpPr>
          <p:spPr bwMode="auto">
            <a:xfrm>
              <a:off x="9979643" y="4116145"/>
              <a:ext cx="801779" cy="8017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792000" rIns="72000" bIns="45720" numCol="1" rtlCol="0" anchor="ctr" anchorCtr="0" compatLnSpc="1"/>
            <a:lstStyle/>
            <a:p>
              <a:pPr algn="ctr"/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1596C026-572F-4FD9-867B-05EC9B144EA2}"/>
              </a:ext>
            </a:extLst>
          </p:cNvPr>
          <p:cNvSpPr/>
          <p:nvPr/>
        </p:nvSpPr>
        <p:spPr>
          <a:xfrm>
            <a:off x="3191468" y="1003379"/>
            <a:ext cx="3332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我们和问题是脱节的。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45F1C05-531E-4288-9873-D7786F0A2767}"/>
              </a:ext>
            </a:extLst>
          </p:cNvPr>
          <p:cNvSpPr/>
          <p:nvPr/>
        </p:nvSpPr>
        <p:spPr>
          <a:xfrm>
            <a:off x="3358391" y="1901782"/>
            <a:ext cx="42646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我们缺少经验的积淀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220C85D-3C10-4E46-9214-4AB5C7273BEC}"/>
              </a:ext>
            </a:extLst>
          </p:cNvPr>
          <p:cNvSpPr/>
          <p:nvPr/>
        </p:nvSpPr>
        <p:spPr>
          <a:xfrm>
            <a:off x="3707843" y="2746463"/>
            <a:ext cx="31305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我们缺少交流平台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84F8397-FB30-4A69-9231-FC828EDC7A24}"/>
              </a:ext>
            </a:extLst>
          </p:cNvPr>
          <p:cNvSpPr/>
          <p:nvPr/>
        </p:nvSpPr>
        <p:spPr>
          <a:xfrm>
            <a:off x="3249601" y="3660589"/>
            <a:ext cx="4130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我们的好想法难以得到保障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41" name="矩形 3">
            <a:extLst>
              <a:ext uri="{FF2B5EF4-FFF2-40B4-BE49-F238E27FC236}">
                <a16:creationId xmlns:a16="http://schemas.microsoft.com/office/drawing/2014/main" id="{0ECD509F-6D9E-4679-A459-DB1913FCF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537" y="2290181"/>
            <a:ext cx="10876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 pitchFamily="34" charset="0"/>
              </a:rPr>
              <a:t>分析原因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6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8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3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8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3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800"/>
                            </p:stCondLst>
                            <p:childTnLst>
                              <p:par>
                                <p:cTn id="5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3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8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30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53" grpId="0"/>
      <p:bldP spid="13" grpId="0" bldLvl="0" animBg="1"/>
      <p:bldP spid="13" grpId="1" bldLvl="0" animBg="1"/>
      <p:bldP spid="13" grpId="2" bldLvl="0" animBg="1"/>
      <p:bldP spid="37" grpId="0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4FB51-FA3E-482D-A5DC-855D7A3C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71BB40-CD42-48DA-BD04-E1531948D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7502F7-5497-413D-9076-908CDA38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86"/>
            <a:ext cx="6529500" cy="29960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E8E16A-EFFA-4D92-B4A6-06791B0F9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9609"/>
            <a:ext cx="4474362" cy="21801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92FB6D-E6B9-4C24-AD63-62D44029F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362" y="3000970"/>
            <a:ext cx="4429524" cy="21189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95BFD0-93A1-4C16-BFEF-929D2487B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775" y="660385"/>
            <a:ext cx="2640225" cy="190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1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762000" y="2460625"/>
            <a:ext cx="2058035" cy="826913"/>
            <a:chOff x="1988082" y="4921854"/>
            <a:chExt cx="1908699" cy="1102545"/>
          </a:xfrm>
        </p:grpSpPr>
        <p:sp>
          <p:nvSpPr>
            <p:cNvPr id="60" name="文本框 2"/>
            <p:cNvSpPr txBox="1"/>
            <p:nvPr/>
          </p:nvSpPr>
          <p:spPr bwMode="auto">
            <a:xfrm>
              <a:off x="2267389" y="4921854"/>
              <a:ext cx="1248791" cy="491064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defRPr/>
              </a:pPr>
              <a:r>
                <a:rPr lang="zh-CN" altLang="en-US" b="1" dirty="0">
                  <a:solidFill>
                    <a:srgbClr val="283C4F"/>
                  </a:solidFill>
                  <a:latin typeface="+mn-ea"/>
                </a:rPr>
                <a:t>记录</a:t>
              </a:r>
              <a:endParaRPr lang="zh-CN" altLang="en-US" sz="1800" b="1" dirty="0">
                <a:solidFill>
                  <a:srgbClr val="283C4F"/>
                </a:solidFill>
                <a:latin typeface="+mn-ea"/>
              </a:endParaRPr>
            </a:p>
          </p:txBody>
        </p:sp>
        <p:sp>
          <p:nvSpPr>
            <p:cNvPr id="61" name="文本框 3"/>
            <p:cNvSpPr txBox="1"/>
            <p:nvPr/>
          </p:nvSpPr>
          <p:spPr bwMode="auto">
            <a:xfrm>
              <a:off x="1988082" y="5652504"/>
              <a:ext cx="1908699" cy="37189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endParaRPr lang="zh-CN" altLang="en-US" sz="900" dirty="0">
                <a:solidFill>
                  <a:srgbClr val="324C64"/>
                </a:solidFill>
                <a:latin typeface="等线" panose="02010600030101010101" charset="-122"/>
              </a:endParaRPr>
            </a:p>
          </p:txBody>
        </p:sp>
      </p:grpSp>
      <p:sp>
        <p:nvSpPr>
          <p:cNvPr id="52" name="椭圆 51"/>
          <p:cNvSpPr/>
          <p:nvPr/>
        </p:nvSpPr>
        <p:spPr>
          <a:xfrm>
            <a:off x="261071" y="137152"/>
            <a:ext cx="591413" cy="591413"/>
          </a:xfrm>
          <a:prstGeom prst="ellipse">
            <a:avLst/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i="1" dirty="0"/>
              <a:t>3.</a:t>
            </a:r>
            <a:endParaRPr lang="zh-CN" altLang="en-US" sz="3000" b="1" i="1" dirty="0"/>
          </a:p>
        </p:txBody>
      </p:sp>
      <p:sp>
        <p:nvSpPr>
          <p:cNvPr id="53" name="矩形 52"/>
          <p:cNvSpPr/>
          <p:nvPr/>
        </p:nvSpPr>
        <p:spPr>
          <a:xfrm>
            <a:off x="1019162" y="19020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42494D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项目目的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7362" y="156202"/>
            <a:ext cx="8669810" cy="685800"/>
            <a:chOff x="356483" y="208269"/>
            <a:chExt cx="11559746" cy="9144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1233938" y="838378"/>
              <a:ext cx="10682291" cy="0"/>
            </a:xfrm>
            <a:prstGeom prst="line">
              <a:avLst/>
            </a:prstGeom>
            <a:ln>
              <a:solidFill>
                <a:srgbClr val="283C4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弧形 58"/>
            <p:cNvSpPr/>
            <p:nvPr/>
          </p:nvSpPr>
          <p:spPr>
            <a:xfrm>
              <a:off x="356483" y="208269"/>
              <a:ext cx="914400" cy="914400"/>
            </a:xfrm>
            <a:prstGeom prst="arc">
              <a:avLst>
                <a:gd name="adj1" fmla="val 1398446"/>
                <a:gd name="adj2" fmla="val 4703835"/>
              </a:avLst>
            </a:prstGeom>
            <a:ln>
              <a:solidFill>
                <a:srgbClr val="283C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grpSp>
        <p:nvGrpSpPr>
          <p:cNvPr id="43" name="Group 10"/>
          <p:cNvGrpSpPr/>
          <p:nvPr/>
        </p:nvGrpSpPr>
        <p:grpSpPr>
          <a:xfrm>
            <a:off x="1285240" y="1285240"/>
            <a:ext cx="1012190" cy="942975"/>
            <a:chOff x="1713255" y="2715835"/>
            <a:chExt cx="850068" cy="8500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" name="椭圆 43"/>
            <p:cNvSpPr/>
            <p:nvPr/>
          </p:nvSpPr>
          <p:spPr>
            <a:xfrm>
              <a:off x="1713255" y="2715835"/>
              <a:ext cx="850068" cy="850068"/>
            </a:xfrm>
            <a:prstGeom prst="ellipse">
              <a:avLst/>
            </a:prstGeom>
            <a:gradFill>
              <a:gsLst>
                <a:gs pos="0">
                  <a:srgbClr val="283C4F"/>
                </a:gs>
                <a:gs pos="100000">
                  <a:srgbClr val="13131D"/>
                </a:gs>
              </a:gsLst>
              <a:lin ang="2700000" scaled="1"/>
            </a:gradFill>
            <a:ln>
              <a:noFill/>
            </a:ln>
            <a:effectLst>
              <a:outerShdw blurRad="381000" sx="102000" sy="102000" algn="ctr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000" b="1" i="1" dirty="0"/>
            </a:p>
          </p:txBody>
        </p:sp>
        <p:sp>
          <p:nvSpPr>
            <p:cNvPr id="45" name="Oval 9"/>
            <p:cNvSpPr/>
            <p:nvPr/>
          </p:nvSpPr>
          <p:spPr>
            <a:xfrm>
              <a:off x="1956520" y="2963766"/>
              <a:ext cx="363538" cy="354204"/>
            </a:xfrm>
            <a:custGeom>
              <a:avLst/>
              <a:gdLst>
                <a:gd name="connsiteX0" fmla="*/ 84358 w 603828"/>
                <a:gd name="connsiteY0" fmla="*/ 588243 h 588325"/>
                <a:gd name="connsiteX1" fmla="*/ 84275 w 603828"/>
                <a:gd name="connsiteY1" fmla="*/ 588325 h 588325"/>
                <a:gd name="connsiteX2" fmla="*/ 84206 w 603828"/>
                <a:gd name="connsiteY2" fmla="*/ 588256 h 588325"/>
                <a:gd name="connsiteX3" fmla="*/ 310285 w 603828"/>
                <a:gd name="connsiteY3" fmla="*/ 534495 h 588325"/>
                <a:gd name="connsiteX4" fmla="*/ 310285 w 603828"/>
                <a:gd name="connsiteY4" fmla="*/ 578957 h 588325"/>
                <a:gd name="connsiteX5" fmla="*/ 587633 w 603828"/>
                <a:gd name="connsiteY5" fmla="*/ 578957 h 588325"/>
                <a:gd name="connsiteX6" fmla="*/ 587633 w 603828"/>
                <a:gd name="connsiteY6" fmla="*/ 534495 h 588325"/>
                <a:gd name="connsiteX7" fmla="*/ 207039 w 603828"/>
                <a:gd name="connsiteY7" fmla="*/ 525148 h 588325"/>
                <a:gd name="connsiteX8" fmla="*/ 603828 w 603828"/>
                <a:gd name="connsiteY8" fmla="*/ 525148 h 588325"/>
                <a:gd name="connsiteX9" fmla="*/ 603828 w 603828"/>
                <a:gd name="connsiteY9" fmla="*/ 588304 h 588325"/>
                <a:gd name="connsiteX10" fmla="*/ 207039 w 603828"/>
                <a:gd name="connsiteY10" fmla="*/ 588304 h 588325"/>
                <a:gd name="connsiteX11" fmla="*/ 84275 w 603828"/>
                <a:gd name="connsiteY11" fmla="*/ 408362 h 588325"/>
                <a:gd name="connsiteX12" fmla="*/ 130589 w 603828"/>
                <a:gd name="connsiteY12" fmla="*/ 454616 h 588325"/>
                <a:gd name="connsiteX13" fmla="*/ 105028 w 603828"/>
                <a:gd name="connsiteY13" fmla="*/ 503398 h 588325"/>
                <a:gd name="connsiteX14" fmla="*/ 168298 w 603828"/>
                <a:gd name="connsiteY14" fmla="*/ 567599 h 588325"/>
                <a:gd name="connsiteX15" fmla="*/ 142001 w 603828"/>
                <a:gd name="connsiteY15" fmla="*/ 583096 h 588325"/>
                <a:gd name="connsiteX16" fmla="*/ 84358 w 603828"/>
                <a:gd name="connsiteY16" fmla="*/ 588243 h 588325"/>
                <a:gd name="connsiteX17" fmla="*/ 107812 w 603828"/>
                <a:gd name="connsiteY17" fmla="*/ 564818 h 588325"/>
                <a:gd name="connsiteX18" fmla="*/ 87819 w 603828"/>
                <a:gd name="connsiteY18" fmla="*/ 516795 h 588325"/>
                <a:gd name="connsiteX19" fmla="*/ 88072 w 603828"/>
                <a:gd name="connsiteY19" fmla="*/ 516795 h 588325"/>
                <a:gd name="connsiteX20" fmla="*/ 95917 w 603828"/>
                <a:gd name="connsiteY20" fmla="*/ 507948 h 588325"/>
                <a:gd name="connsiteX21" fmla="*/ 84275 w 603828"/>
                <a:gd name="connsiteY21" fmla="*/ 509970 h 588325"/>
                <a:gd name="connsiteX22" fmla="*/ 72634 w 603828"/>
                <a:gd name="connsiteY22" fmla="*/ 507948 h 588325"/>
                <a:gd name="connsiteX23" fmla="*/ 80226 w 603828"/>
                <a:gd name="connsiteY23" fmla="*/ 516795 h 588325"/>
                <a:gd name="connsiteX24" fmla="*/ 80479 w 603828"/>
                <a:gd name="connsiteY24" fmla="*/ 516795 h 588325"/>
                <a:gd name="connsiteX25" fmla="*/ 60486 w 603828"/>
                <a:gd name="connsiteY25" fmla="*/ 564818 h 588325"/>
                <a:gd name="connsiteX26" fmla="*/ 84206 w 603828"/>
                <a:gd name="connsiteY26" fmla="*/ 588256 h 588325"/>
                <a:gd name="connsiteX27" fmla="*/ 84149 w 603828"/>
                <a:gd name="connsiteY27" fmla="*/ 588262 h 588325"/>
                <a:gd name="connsiteX28" fmla="*/ 0 w 603828"/>
                <a:gd name="connsiteY28" fmla="*/ 567599 h 588325"/>
                <a:gd name="connsiteX29" fmla="*/ 63523 w 603828"/>
                <a:gd name="connsiteY29" fmla="*/ 503398 h 588325"/>
                <a:gd name="connsiteX30" fmla="*/ 37709 w 603828"/>
                <a:gd name="connsiteY30" fmla="*/ 454616 h 588325"/>
                <a:gd name="connsiteX31" fmla="*/ 84275 w 603828"/>
                <a:gd name="connsiteY31" fmla="*/ 408362 h 588325"/>
                <a:gd name="connsiteX32" fmla="*/ 84358 w 603828"/>
                <a:gd name="connsiteY32" fmla="*/ 384027 h 588325"/>
                <a:gd name="connsiteX33" fmla="*/ 84275 w 603828"/>
                <a:gd name="connsiteY33" fmla="*/ 384109 h 588325"/>
                <a:gd name="connsiteX34" fmla="*/ 84206 w 603828"/>
                <a:gd name="connsiteY34" fmla="*/ 384040 h 588325"/>
                <a:gd name="connsiteX35" fmla="*/ 513235 w 603828"/>
                <a:gd name="connsiteY35" fmla="*/ 330304 h 588325"/>
                <a:gd name="connsiteX36" fmla="*/ 513235 w 603828"/>
                <a:gd name="connsiteY36" fmla="*/ 374745 h 588325"/>
                <a:gd name="connsiteX37" fmla="*/ 587633 w 603828"/>
                <a:gd name="connsiteY37" fmla="*/ 374745 h 588325"/>
                <a:gd name="connsiteX38" fmla="*/ 587633 w 603828"/>
                <a:gd name="connsiteY38" fmla="*/ 330304 h 588325"/>
                <a:gd name="connsiteX39" fmla="*/ 207039 w 603828"/>
                <a:gd name="connsiteY39" fmla="*/ 321214 h 588325"/>
                <a:gd name="connsiteX40" fmla="*/ 603828 w 603828"/>
                <a:gd name="connsiteY40" fmla="*/ 321214 h 588325"/>
                <a:gd name="connsiteX41" fmla="*/ 603828 w 603828"/>
                <a:gd name="connsiteY41" fmla="*/ 384088 h 588325"/>
                <a:gd name="connsiteX42" fmla="*/ 207039 w 603828"/>
                <a:gd name="connsiteY42" fmla="*/ 384088 h 588325"/>
                <a:gd name="connsiteX43" fmla="*/ 84275 w 603828"/>
                <a:gd name="connsiteY43" fmla="*/ 204146 h 588325"/>
                <a:gd name="connsiteX44" fmla="*/ 130589 w 603828"/>
                <a:gd name="connsiteY44" fmla="*/ 250653 h 588325"/>
                <a:gd name="connsiteX45" fmla="*/ 105028 w 603828"/>
                <a:gd name="connsiteY45" fmla="*/ 299182 h 588325"/>
                <a:gd name="connsiteX46" fmla="*/ 168298 w 603828"/>
                <a:gd name="connsiteY46" fmla="*/ 363383 h 588325"/>
                <a:gd name="connsiteX47" fmla="*/ 142001 w 603828"/>
                <a:gd name="connsiteY47" fmla="*/ 378880 h 588325"/>
                <a:gd name="connsiteX48" fmla="*/ 84358 w 603828"/>
                <a:gd name="connsiteY48" fmla="*/ 384027 h 588325"/>
                <a:gd name="connsiteX49" fmla="*/ 107812 w 603828"/>
                <a:gd name="connsiteY49" fmla="*/ 360602 h 588325"/>
                <a:gd name="connsiteX50" fmla="*/ 87819 w 603828"/>
                <a:gd name="connsiteY50" fmla="*/ 312579 h 588325"/>
                <a:gd name="connsiteX51" fmla="*/ 88072 w 603828"/>
                <a:gd name="connsiteY51" fmla="*/ 312579 h 588325"/>
                <a:gd name="connsiteX52" fmla="*/ 95917 w 603828"/>
                <a:gd name="connsiteY52" fmla="*/ 303732 h 588325"/>
                <a:gd name="connsiteX53" fmla="*/ 84275 w 603828"/>
                <a:gd name="connsiteY53" fmla="*/ 306007 h 588325"/>
                <a:gd name="connsiteX54" fmla="*/ 72634 w 603828"/>
                <a:gd name="connsiteY54" fmla="*/ 303732 h 588325"/>
                <a:gd name="connsiteX55" fmla="*/ 80226 w 603828"/>
                <a:gd name="connsiteY55" fmla="*/ 312579 h 588325"/>
                <a:gd name="connsiteX56" fmla="*/ 80479 w 603828"/>
                <a:gd name="connsiteY56" fmla="*/ 312579 h 588325"/>
                <a:gd name="connsiteX57" fmla="*/ 60486 w 603828"/>
                <a:gd name="connsiteY57" fmla="*/ 360602 h 588325"/>
                <a:gd name="connsiteX58" fmla="*/ 84206 w 603828"/>
                <a:gd name="connsiteY58" fmla="*/ 384040 h 588325"/>
                <a:gd name="connsiteX59" fmla="*/ 84149 w 603828"/>
                <a:gd name="connsiteY59" fmla="*/ 384046 h 588325"/>
                <a:gd name="connsiteX60" fmla="*/ 0 w 603828"/>
                <a:gd name="connsiteY60" fmla="*/ 363383 h 588325"/>
                <a:gd name="connsiteX61" fmla="*/ 63523 w 603828"/>
                <a:gd name="connsiteY61" fmla="*/ 299182 h 588325"/>
                <a:gd name="connsiteX62" fmla="*/ 37709 w 603828"/>
                <a:gd name="connsiteY62" fmla="*/ 250653 h 588325"/>
                <a:gd name="connsiteX63" fmla="*/ 84275 w 603828"/>
                <a:gd name="connsiteY63" fmla="*/ 204146 h 588325"/>
                <a:gd name="connsiteX64" fmla="*/ 405434 w 603828"/>
                <a:gd name="connsiteY64" fmla="*/ 126351 h 588325"/>
                <a:gd name="connsiteX65" fmla="*/ 405434 w 603828"/>
                <a:gd name="connsiteY65" fmla="*/ 170842 h 588325"/>
                <a:gd name="connsiteX66" fmla="*/ 587633 w 603828"/>
                <a:gd name="connsiteY66" fmla="*/ 170842 h 588325"/>
                <a:gd name="connsiteX67" fmla="*/ 587633 w 603828"/>
                <a:gd name="connsiteY67" fmla="*/ 126351 h 588325"/>
                <a:gd name="connsiteX68" fmla="*/ 207039 w 603828"/>
                <a:gd name="connsiteY68" fmla="*/ 116998 h 588325"/>
                <a:gd name="connsiteX69" fmla="*/ 603828 w 603828"/>
                <a:gd name="connsiteY69" fmla="*/ 116998 h 588325"/>
                <a:gd name="connsiteX70" fmla="*/ 603828 w 603828"/>
                <a:gd name="connsiteY70" fmla="*/ 179942 h 588325"/>
                <a:gd name="connsiteX71" fmla="*/ 207039 w 603828"/>
                <a:gd name="connsiteY71" fmla="*/ 179942 h 588325"/>
                <a:gd name="connsiteX72" fmla="*/ 72634 w 603828"/>
                <a:gd name="connsiteY72" fmla="*/ 99816 h 588325"/>
                <a:gd name="connsiteX73" fmla="*/ 80226 w 603828"/>
                <a:gd name="connsiteY73" fmla="*/ 108661 h 588325"/>
                <a:gd name="connsiteX74" fmla="*/ 80479 w 603828"/>
                <a:gd name="connsiteY74" fmla="*/ 108661 h 588325"/>
                <a:gd name="connsiteX75" fmla="*/ 60486 w 603828"/>
                <a:gd name="connsiteY75" fmla="*/ 156421 h 588325"/>
                <a:gd name="connsiteX76" fmla="*/ 84275 w 603828"/>
                <a:gd name="connsiteY76" fmla="*/ 179922 h 588325"/>
                <a:gd name="connsiteX77" fmla="*/ 107812 w 603828"/>
                <a:gd name="connsiteY77" fmla="*/ 156421 h 588325"/>
                <a:gd name="connsiteX78" fmla="*/ 87819 w 603828"/>
                <a:gd name="connsiteY78" fmla="*/ 108661 h 588325"/>
                <a:gd name="connsiteX79" fmla="*/ 88072 w 603828"/>
                <a:gd name="connsiteY79" fmla="*/ 108661 h 588325"/>
                <a:gd name="connsiteX80" fmla="*/ 95917 w 603828"/>
                <a:gd name="connsiteY80" fmla="*/ 99816 h 588325"/>
                <a:gd name="connsiteX81" fmla="*/ 84275 w 603828"/>
                <a:gd name="connsiteY81" fmla="*/ 101838 h 588325"/>
                <a:gd name="connsiteX82" fmla="*/ 72634 w 603828"/>
                <a:gd name="connsiteY82" fmla="*/ 99816 h 588325"/>
                <a:gd name="connsiteX83" fmla="*/ 84275 w 603828"/>
                <a:gd name="connsiteY83" fmla="*/ 0 h 588325"/>
                <a:gd name="connsiteX84" fmla="*/ 130589 w 603828"/>
                <a:gd name="connsiteY84" fmla="*/ 46497 h 588325"/>
                <a:gd name="connsiteX85" fmla="*/ 105028 w 603828"/>
                <a:gd name="connsiteY85" fmla="*/ 95015 h 588325"/>
                <a:gd name="connsiteX86" fmla="*/ 168298 w 603828"/>
                <a:gd name="connsiteY86" fmla="*/ 159201 h 588325"/>
                <a:gd name="connsiteX87" fmla="*/ 0 w 603828"/>
                <a:gd name="connsiteY87" fmla="*/ 159201 h 588325"/>
                <a:gd name="connsiteX88" fmla="*/ 63523 w 603828"/>
                <a:gd name="connsiteY88" fmla="*/ 95015 h 588325"/>
                <a:gd name="connsiteX89" fmla="*/ 37709 w 603828"/>
                <a:gd name="connsiteY89" fmla="*/ 46497 h 588325"/>
                <a:gd name="connsiteX90" fmla="*/ 84275 w 603828"/>
                <a:gd name="connsiteY90" fmla="*/ 0 h 58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603828" h="588325">
                  <a:moveTo>
                    <a:pt x="84358" y="588243"/>
                  </a:moveTo>
                  <a:lnTo>
                    <a:pt x="84275" y="588325"/>
                  </a:lnTo>
                  <a:lnTo>
                    <a:pt x="84206" y="588256"/>
                  </a:lnTo>
                  <a:close/>
                  <a:moveTo>
                    <a:pt x="310285" y="534495"/>
                  </a:moveTo>
                  <a:lnTo>
                    <a:pt x="310285" y="578957"/>
                  </a:lnTo>
                  <a:lnTo>
                    <a:pt x="587633" y="578957"/>
                  </a:lnTo>
                  <a:lnTo>
                    <a:pt x="587633" y="534495"/>
                  </a:lnTo>
                  <a:close/>
                  <a:moveTo>
                    <a:pt x="207039" y="525148"/>
                  </a:moveTo>
                  <a:lnTo>
                    <a:pt x="603828" y="525148"/>
                  </a:lnTo>
                  <a:lnTo>
                    <a:pt x="603828" y="588304"/>
                  </a:lnTo>
                  <a:lnTo>
                    <a:pt x="207039" y="588304"/>
                  </a:lnTo>
                  <a:close/>
                  <a:moveTo>
                    <a:pt x="84275" y="408362"/>
                  </a:moveTo>
                  <a:cubicBezTo>
                    <a:pt x="109836" y="408362"/>
                    <a:pt x="130589" y="429088"/>
                    <a:pt x="130589" y="454616"/>
                  </a:cubicBezTo>
                  <a:cubicBezTo>
                    <a:pt x="130589" y="472815"/>
                    <a:pt x="120213" y="493035"/>
                    <a:pt x="105028" y="503398"/>
                  </a:cubicBezTo>
                  <a:cubicBezTo>
                    <a:pt x="141471" y="512498"/>
                    <a:pt x="168298" y="544092"/>
                    <a:pt x="168298" y="567599"/>
                  </a:cubicBezTo>
                  <a:cubicBezTo>
                    <a:pt x="168298" y="574486"/>
                    <a:pt x="157779" y="579652"/>
                    <a:pt x="142001" y="583096"/>
                  </a:cubicBezTo>
                  <a:lnTo>
                    <a:pt x="84358" y="588243"/>
                  </a:lnTo>
                  <a:lnTo>
                    <a:pt x="107812" y="564818"/>
                  </a:lnTo>
                  <a:lnTo>
                    <a:pt x="87819" y="516795"/>
                  </a:lnTo>
                  <a:lnTo>
                    <a:pt x="88072" y="516795"/>
                  </a:lnTo>
                  <a:lnTo>
                    <a:pt x="95917" y="507948"/>
                  </a:lnTo>
                  <a:cubicBezTo>
                    <a:pt x="92121" y="509212"/>
                    <a:pt x="88325" y="509970"/>
                    <a:pt x="84275" y="509970"/>
                  </a:cubicBezTo>
                  <a:cubicBezTo>
                    <a:pt x="80226" y="509970"/>
                    <a:pt x="76177" y="509212"/>
                    <a:pt x="72634" y="507948"/>
                  </a:cubicBezTo>
                  <a:lnTo>
                    <a:pt x="80226" y="516795"/>
                  </a:lnTo>
                  <a:lnTo>
                    <a:pt x="80479" y="516795"/>
                  </a:lnTo>
                  <a:lnTo>
                    <a:pt x="60486" y="564818"/>
                  </a:lnTo>
                  <a:lnTo>
                    <a:pt x="84206" y="588256"/>
                  </a:lnTo>
                  <a:lnTo>
                    <a:pt x="84149" y="588262"/>
                  </a:lnTo>
                  <a:cubicBezTo>
                    <a:pt x="42074" y="588262"/>
                    <a:pt x="0" y="581374"/>
                    <a:pt x="0" y="567599"/>
                  </a:cubicBezTo>
                  <a:cubicBezTo>
                    <a:pt x="0" y="544092"/>
                    <a:pt x="27079" y="512498"/>
                    <a:pt x="63523" y="503398"/>
                  </a:cubicBezTo>
                  <a:cubicBezTo>
                    <a:pt x="48085" y="493035"/>
                    <a:pt x="37709" y="472815"/>
                    <a:pt x="37709" y="454616"/>
                  </a:cubicBezTo>
                  <a:cubicBezTo>
                    <a:pt x="37709" y="429088"/>
                    <a:pt x="58461" y="408362"/>
                    <a:pt x="84275" y="408362"/>
                  </a:cubicBezTo>
                  <a:close/>
                  <a:moveTo>
                    <a:pt x="84358" y="384027"/>
                  </a:moveTo>
                  <a:lnTo>
                    <a:pt x="84275" y="384109"/>
                  </a:lnTo>
                  <a:lnTo>
                    <a:pt x="84206" y="384040"/>
                  </a:lnTo>
                  <a:close/>
                  <a:moveTo>
                    <a:pt x="513235" y="330304"/>
                  </a:moveTo>
                  <a:lnTo>
                    <a:pt x="513235" y="374745"/>
                  </a:lnTo>
                  <a:lnTo>
                    <a:pt x="587633" y="374745"/>
                  </a:lnTo>
                  <a:lnTo>
                    <a:pt x="587633" y="330304"/>
                  </a:lnTo>
                  <a:close/>
                  <a:moveTo>
                    <a:pt x="207039" y="321214"/>
                  </a:moveTo>
                  <a:lnTo>
                    <a:pt x="603828" y="321214"/>
                  </a:lnTo>
                  <a:lnTo>
                    <a:pt x="603828" y="384088"/>
                  </a:lnTo>
                  <a:lnTo>
                    <a:pt x="207039" y="384088"/>
                  </a:lnTo>
                  <a:close/>
                  <a:moveTo>
                    <a:pt x="84275" y="204146"/>
                  </a:moveTo>
                  <a:cubicBezTo>
                    <a:pt x="109836" y="204146"/>
                    <a:pt x="130589" y="224872"/>
                    <a:pt x="130589" y="250653"/>
                  </a:cubicBezTo>
                  <a:cubicBezTo>
                    <a:pt x="130589" y="268852"/>
                    <a:pt x="120213" y="289072"/>
                    <a:pt x="105028" y="299182"/>
                  </a:cubicBezTo>
                  <a:cubicBezTo>
                    <a:pt x="141471" y="308282"/>
                    <a:pt x="168298" y="339876"/>
                    <a:pt x="168298" y="363383"/>
                  </a:cubicBezTo>
                  <a:cubicBezTo>
                    <a:pt x="168298" y="370271"/>
                    <a:pt x="157779" y="375436"/>
                    <a:pt x="142001" y="378880"/>
                  </a:cubicBezTo>
                  <a:lnTo>
                    <a:pt x="84358" y="384027"/>
                  </a:lnTo>
                  <a:lnTo>
                    <a:pt x="107812" y="360602"/>
                  </a:lnTo>
                  <a:lnTo>
                    <a:pt x="87819" y="312579"/>
                  </a:lnTo>
                  <a:lnTo>
                    <a:pt x="88072" y="312579"/>
                  </a:lnTo>
                  <a:lnTo>
                    <a:pt x="95917" y="303732"/>
                  </a:lnTo>
                  <a:cubicBezTo>
                    <a:pt x="92121" y="305249"/>
                    <a:pt x="88325" y="306007"/>
                    <a:pt x="84275" y="306007"/>
                  </a:cubicBezTo>
                  <a:cubicBezTo>
                    <a:pt x="80226" y="306007"/>
                    <a:pt x="76177" y="305249"/>
                    <a:pt x="72634" y="303732"/>
                  </a:cubicBezTo>
                  <a:lnTo>
                    <a:pt x="80226" y="312579"/>
                  </a:lnTo>
                  <a:lnTo>
                    <a:pt x="80479" y="312579"/>
                  </a:lnTo>
                  <a:lnTo>
                    <a:pt x="60486" y="360602"/>
                  </a:lnTo>
                  <a:lnTo>
                    <a:pt x="84206" y="384040"/>
                  </a:lnTo>
                  <a:lnTo>
                    <a:pt x="84149" y="384046"/>
                  </a:lnTo>
                  <a:cubicBezTo>
                    <a:pt x="42074" y="384046"/>
                    <a:pt x="0" y="377158"/>
                    <a:pt x="0" y="363383"/>
                  </a:cubicBezTo>
                  <a:cubicBezTo>
                    <a:pt x="0" y="339876"/>
                    <a:pt x="27079" y="308282"/>
                    <a:pt x="63523" y="299182"/>
                  </a:cubicBezTo>
                  <a:cubicBezTo>
                    <a:pt x="48085" y="289072"/>
                    <a:pt x="37709" y="268852"/>
                    <a:pt x="37709" y="250653"/>
                  </a:cubicBezTo>
                  <a:cubicBezTo>
                    <a:pt x="37709" y="224872"/>
                    <a:pt x="58461" y="204146"/>
                    <a:pt x="84275" y="204146"/>
                  </a:cubicBezTo>
                  <a:close/>
                  <a:moveTo>
                    <a:pt x="405434" y="126351"/>
                  </a:moveTo>
                  <a:lnTo>
                    <a:pt x="405434" y="170842"/>
                  </a:lnTo>
                  <a:lnTo>
                    <a:pt x="587633" y="170842"/>
                  </a:lnTo>
                  <a:lnTo>
                    <a:pt x="587633" y="126351"/>
                  </a:lnTo>
                  <a:close/>
                  <a:moveTo>
                    <a:pt x="207039" y="116998"/>
                  </a:moveTo>
                  <a:lnTo>
                    <a:pt x="603828" y="116998"/>
                  </a:lnTo>
                  <a:lnTo>
                    <a:pt x="603828" y="179942"/>
                  </a:lnTo>
                  <a:lnTo>
                    <a:pt x="207039" y="179942"/>
                  </a:lnTo>
                  <a:close/>
                  <a:moveTo>
                    <a:pt x="72634" y="99816"/>
                  </a:moveTo>
                  <a:lnTo>
                    <a:pt x="80226" y="108661"/>
                  </a:lnTo>
                  <a:lnTo>
                    <a:pt x="80479" y="108661"/>
                  </a:lnTo>
                  <a:lnTo>
                    <a:pt x="60486" y="156421"/>
                  </a:lnTo>
                  <a:lnTo>
                    <a:pt x="84275" y="179922"/>
                  </a:lnTo>
                  <a:lnTo>
                    <a:pt x="107812" y="156421"/>
                  </a:lnTo>
                  <a:lnTo>
                    <a:pt x="87819" y="108661"/>
                  </a:lnTo>
                  <a:lnTo>
                    <a:pt x="88072" y="108661"/>
                  </a:lnTo>
                  <a:lnTo>
                    <a:pt x="95917" y="99816"/>
                  </a:lnTo>
                  <a:cubicBezTo>
                    <a:pt x="92121" y="101080"/>
                    <a:pt x="88325" y="101838"/>
                    <a:pt x="84275" y="101838"/>
                  </a:cubicBezTo>
                  <a:cubicBezTo>
                    <a:pt x="80226" y="101838"/>
                    <a:pt x="76177" y="101080"/>
                    <a:pt x="72634" y="99816"/>
                  </a:cubicBezTo>
                  <a:close/>
                  <a:moveTo>
                    <a:pt x="84275" y="0"/>
                  </a:moveTo>
                  <a:cubicBezTo>
                    <a:pt x="109836" y="0"/>
                    <a:pt x="130589" y="20974"/>
                    <a:pt x="130589" y="46497"/>
                  </a:cubicBezTo>
                  <a:cubicBezTo>
                    <a:pt x="130589" y="64691"/>
                    <a:pt x="120213" y="84907"/>
                    <a:pt x="105028" y="95015"/>
                  </a:cubicBezTo>
                  <a:cubicBezTo>
                    <a:pt x="141471" y="104365"/>
                    <a:pt x="168298" y="135953"/>
                    <a:pt x="168298" y="159201"/>
                  </a:cubicBezTo>
                  <a:cubicBezTo>
                    <a:pt x="168298" y="186998"/>
                    <a:pt x="0" y="186998"/>
                    <a:pt x="0" y="159201"/>
                  </a:cubicBezTo>
                  <a:cubicBezTo>
                    <a:pt x="0" y="135953"/>
                    <a:pt x="27079" y="104365"/>
                    <a:pt x="63523" y="95015"/>
                  </a:cubicBezTo>
                  <a:cubicBezTo>
                    <a:pt x="48085" y="84907"/>
                    <a:pt x="37709" y="64691"/>
                    <a:pt x="37709" y="46497"/>
                  </a:cubicBezTo>
                  <a:cubicBezTo>
                    <a:pt x="37709" y="20974"/>
                    <a:pt x="58461" y="0"/>
                    <a:pt x="842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1000" sx="102000" sy="102000" algn="ctr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000" b="1" i="1"/>
            </a:p>
          </p:txBody>
        </p:sp>
      </p:grpSp>
      <p:grpSp>
        <p:nvGrpSpPr>
          <p:cNvPr id="46" name="Group 11"/>
          <p:cNvGrpSpPr/>
          <p:nvPr/>
        </p:nvGrpSpPr>
        <p:grpSpPr>
          <a:xfrm>
            <a:off x="4065905" y="1285240"/>
            <a:ext cx="1012190" cy="942975"/>
            <a:chOff x="1713255" y="2715835"/>
            <a:chExt cx="850068" cy="8500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7" name="椭圆 46"/>
            <p:cNvSpPr/>
            <p:nvPr/>
          </p:nvSpPr>
          <p:spPr>
            <a:xfrm>
              <a:off x="1713255" y="2715835"/>
              <a:ext cx="850068" cy="850068"/>
            </a:xfrm>
            <a:prstGeom prst="ellipse">
              <a:avLst/>
            </a:prstGeom>
            <a:gradFill>
              <a:gsLst>
                <a:gs pos="0">
                  <a:srgbClr val="283C4F"/>
                </a:gs>
                <a:gs pos="100000">
                  <a:srgbClr val="13131D"/>
                </a:gs>
              </a:gsLst>
              <a:lin ang="2700000" scaled="1"/>
            </a:gradFill>
            <a:ln>
              <a:noFill/>
            </a:ln>
            <a:effectLst>
              <a:outerShdw blurRad="381000" sx="102000" sy="102000" algn="ctr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000" b="1" i="1"/>
            </a:p>
          </p:txBody>
        </p:sp>
        <p:sp>
          <p:nvSpPr>
            <p:cNvPr id="48" name="Oval 13"/>
            <p:cNvSpPr/>
            <p:nvPr/>
          </p:nvSpPr>
          <p:spPr>
            <a:xfrm>
              <a:off x="1956520" y="2996940"/>
              <a:ext cx="363538" cy="287857"/>
            </a:xfrm>
            <a:custGeom>
              <a:avLst/>
              <a:gdLst>
                <a:gd name="connsiteX0" fmla="*/ 66529 w 609120"/>
                <a:gd name="connsiteY0" fmla="*/ 352898 h 482315"/>
                <a:gd name="connsiteX1" fmla="*/ 542591 w 609120"/>
                <a:gd name="connsiteY1" fmla="*/ 352898 h 482315"/>
                <a:gd name="connsiteX2" fmla="*/ 609120 w 609120"/>
                <a:gd name="connsiteY2" fmla="*/ 452184 h 482315"/>
                <a:gd name="connsiteX3" fmla="*/ 609120 w 609120"/>
                <a:gd name="connsiteY3" fmla="*/ 482315 h 482315"/>
                <a:gd name="connsiteX4" fmla="*/ 0 w 609120"/>
                <a:gd name="connsiteY4" fmla="*/ 482315 h 482315"/>
                <a:gd name="connsiteX5" fmla="*/ 0 w 609120"/>
                <a:gd name="connsiteY5" fmla="*/ 452184 h 482315"/>
                <a:gd name="connsiteX6" fmla="*/ 278451 w 609120"/>
                <a:gd name="connsiteY6" fmla="*/ 214237 h 482315"/>
                <a:gd name="connsiteX7" fmla="*/ 447314 w 609120"/>
                <a:gd name="connsiteY7" fmla="*/ 214237 h 482315"/>
                <a:gd name="connsiteX8" fmla="*/ 447314 w 609120"/>
                <a:gd name="connsiteY8" fmla="*/ 232866 h 482315"/>
                <a:gd name="connsiteX9" fmla="*/ 278451 w 609120"/>
                <a:gd name="connsiteY9" fmla="*/ 232866 h 482315"/>
                <a:gd name="connsiteX10" fmla="*/ 156937 w 609120"/>
                <a:gd name="connsiteY10" fmla="*/ 214237 h 482315"/>
                <a:gd name="connsiteX11" fmla="*/ 235970 w 609120"/>
                <a:gd name="connsiteY11" fmla="*/ 214237 h 482315"/>
                <a:gd name="connsiteX12" fmla="*/ 235970 w 609120"/>
                <a:gd name="connsiteY12" fmla="*/ 232866 h 482315"/>
                <a:gd name="connsiteX13" fmla="*/ 156937 w 609120"/>
                <a:gd name="connsiteY13" fmla="*/ 232866 h 482315"/>
                <a:gd name="connsiteX14" fmla="*/ 278451 w 609120"/>
                <a:gd name="connsiteY14" fmla="*/ 157149 h 482315"/>
                <a:gd name="connsiteX15" fmla="*/ 447314 w 609120"/>
                <a:gd name="connsiteY15" fmla="*/ 157149 h 482315"/>
                <a:gd name="connsiteX16" fmla="*/ 447314 w 609120"/>
                <a:gd name="connsiteY16" fmla="*/ 175778 h 482315"/>
                <a:gd name="connsiteX17" fmla="*/ 278451 w 609120"/>
                <a:gd name="connsiteY17" fmla="*/ 175778 h 482315"/>
                <a:gd name="connsiteX18" fmla="*/ 156937 w 609120"/>
                <a:gd name="connsiteY18" fmla="*/ 157149 h 482315"/>
                <a:gd name="connsiteX19" fmla="*/ 235970 w 609120"/>
                <a:gd name="connsiteY19" fmla="*/ 157149 h 482315"/>
                <a:gd name="connsiteX20" fmla="*/ 235970 w 609120"/>
                <a:gd name="connsiteY20" fmla="*/ 175778 h 482315"/>
                <a:gd name="connsiteX21" fmla="*/ 156937 w 609120"/>
                <a:gd name="connsiteY21" fmla="*/ 175778 h 482315"/>
                <a:gd name="connsiteX22" fmla="*/ 278451 w 609120"/>
                <a:gd name="connsiteY22" fmla="*/ 99991 h 482315"/>
                <a:gd name="connsiteX23" fmla="*/ 447314 w 609120"/>
                <a:gd name="connsiteY23" fmla="*/ 99991 h 482315"/>
                <a:gd name="connsiteX24" fmla="*/ 447314 w 609120"/>
                <a:gd name="connsiteY24" fmla="*/ 118691 h 482315"/>
                <a:gd name="connsiteX25" fmla="*/ 278451 w 609120"/>
                <a:gd name="connsiteY25" fmla="*/ 118691 h 482315"/>
                <a:gd name="connsiteX26" fmla="*/ 156937 w 609120"/>
                <a:gd name="connsiteY26" fmla="*/ 99991 h 482315"/>
                <a:gd name="connsiteX27" fmla="*/ 235970 w 609120"/>
                <a:gd name="connsiteY27" fmla="*/ 99991 h 482315"/>
                <a:gd name="connsiteX28" fmla="*/ 235970 w 609120"/>
                <a:gd name="connsiteY28" fmla="*/ 118691 h 482315"/>
                <a:gd name="connsiteX29" fmla="*/ 156937 w 609120"/>
                <a:gd name="connsiteY29" fmla="*/ 118691 h 482315"/>
                <a:gd name="connsiteX30" fmla="*/ 116312 w 609120"/>
                <a:gd name="connsiteY30" fmla="*/ 41471 h 482315"/>
                <a:gd name="connsiteX31" fmla="*/ 116312 w 609120"/>
                <a:gd name="connsiteY31" fmla="*/ 288120 h 482315"/>
                <a:gd name="connsiteX32" fmla="*/ 493160 w 609120"/>
                <a:gd name="connsiteY32" fmla="*/ 288120 h 482315"/>
                <a:gd name="connsiteX33" fmla="*/ 493160 w 609120"/>
                <a:gd name="connsiteY33" fmla="*/ 41471 h 482315"/>
                <a:gd name="connsiteX34" fmla="*/ 66684 w 609120"/>
                <a:gd name="connsiteY34" fmla="*/ 0 h 482315"/>
                <a:gd name="connsiteX35" fmla="*/ 542788 w 609120"/>
                <a:gd name="connsiteY35" fmla="*/ 0 h 482315"/>
                <a:gd name="connsiteX36" fmla="*/ 542788 w 609120"/>
                <a:gd name="connsiteY36" fmla="*/ 329682 h 482315"/>
                <a:gd name="connsiteX37" fmla="*/ 66684 w 609120"/>
                <a:gd name="connsiteY37" fmla="*/ 329682 h 482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609120" h="482315">
                  <a:moveTo>
                    <a:pt x="66529" y="352898"/>
                  </a:moveTo>
                  <a:lnTo>
                    <a:pt x="542591" y="352898"/>
                  </a:lnTo>
                  <a:lnTo>
                    <a:pt x="609120" y="452184"/>
                  </a:lnTo>
                  <a:lnTo>
                    <a:pt x="609120" y="482315"/>
                  </a:lnTo>
                  <a:lnTo>
                    <a:pt x="0" y="482315"/>
                  </a:lnTo>
                  <a:lnTo>
                    <a:pt x="0" y="452184"/>
                  </a:lnTo>
                  <a:close/>
                  <a:moveTo>
                    <a:pt x="278451" y="214237"/>
                  </a:moveTo>
                  <a:lnTo>
                    <a:pt x="447314" y="214237"/>
                  </a:lnTo>
                  <a:lnTo>
                    <a:pt x="447314" y="232866"/>
                  </a:lnTo>
                  <a:lnTo>
                    <a:pt x="278451" y="232866"/>
                  </a:lnTo>
                  <a:close/>
                  <a:moveTo>
                    <a:pt x="156937" y="214237"/>
                  </a:moveTo>
                  <a:lnTo>
                    <a:pt x="235970" y="214237"/>
                  </a:lnTo>
                  <a:lnTo>
                    <a:pt x="235970" y="232866"/>
                  </a:lnTo>
                  <a:lnTo>
                    <a:pt x="156937" y="232866"/>
                  </a:lnTo>
                  <a:close/>
                  <a:moveTo>
                    <a:pt x="278451" y="157149"/>
                  </a:moveTo>
                  <a:lnTo>
                    <a:pt x="447314" y="157149"/>
                  </a:lnTo>
                  <a:lnTo>
                    <a:pt x="447314" y="175778"/>
                  </a:lnTo>
                  <a:lnTo>
                    <a:pt x="278451" y="175778"/>
                  </a:lnTo>
                  <a:close/>
                  <a:moveTo>
                    <a:pt x="156937" y="157149"/>
                  </a:moveTo>
                  <a:lnTo>
                    <a:pt x="235970" y="157149"/>
                  </a:lnTo>
                  <a:lnTo>
                    <a:pt x="235970" y="175778"/>
                  </a:lnTo>
                  <a:lnTo>
                    <a:pt x="156937" y="175778"/>
                  </a:lnTo>
                  <a:close/>
                  <a:moveTo>
                    <a:pt x="278451" y="99991"/>
                  </a:moveTo>
                  <a:lnTo>
                    <a:pt x="447314" y="99991"/>
                  </a:lnTo>
                  <a:lnTo>
                    <a:pt x="447314" y="118691"/>
                  </a:lnTo>
                  <a:lnTo>
                    <a:pt x="278451" y="118691"/>
                  </a:lnTo>
                  <a:close/>
                  <a:moveTo>
                    <a:pt x="156937" y="99991"/>
                  </a:moveTo>
                  <a:lnTo>
                    <a:pt x="235970" y="99991"/>
                  </a:lnTo>
                  <a:lnTo>
                    <a:pt x="235970" y="118691"/>
                  </a:lnTo>
                  <a:lnTo>
                    <a:pt x="156937" y="118691"/>
                  </a:lnTo>
                  <a:close/>
                  <a:moveTo>
                    <a:pt x="116312" y="41471"/>
                  </a:moveTo>
                  <a:lnTo>
                    <a:pt x="116312" y="288120"/>
                  </a:lnTo>
                  <a:lnTo>
                    <a:pt x="493160" y="288120"/>
                  </a:lnTo>
                  <a:lnTo>
                    <a:pt x="493160" y="41471"/>
                  </a:lnTo>
                  <a:close/>
                  <a:moveTo>
                    <a:pt x="66684" y="0"/>
                  </a:moveTo>
                  <a:lnTo>
                    <a:pt x="542788" y="0"/>
                  </a:lnTo>
                  <a:lnTo>
                    <a:pt x="542788" y="329682"/>
                  </a:lnTo>
                  <a:lnTo>
                    <a:pt x="66684" y="32968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1000" sx="102000" sy="102000" algn="ctr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000" b="1" i="1"/>
            </a:p>
          </p:txBody>
        </p:sp>
      </p:grpSp>
      <p:grpSp>
        <p:nvGrpSpPr>
          <p:cNvPr id="49" name="Group 14"/>
          <p:cNvGrpSpPr/>
          <p:nvPr/>
        </p:nvGrpSpPr>
        <p:grpSpPr>
          <a:xfrm>
            <a:off x="6791960" y="1285240"/>
            <a:ext cx="1012190" cy="942975"/>
            <a:chOff x="1713255" y="2715835"/>
            <a:chExt cx="850068" cy="8500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椭圆 49"/>
            <p:cNvSpPr/>
            <p:nvPr/>
          </p:nvSpPr>
          <p:spPr>
            <a:xfrm>
              <a:off x="1713255" y="2715835"/>
              <a:ext cx="850068" cy="850068"/>
            </a:xfrm>
            <a:prstGeom prst="ellipse">
              <a:avLst/>
            </a:prstGeom>
            <a:gradFill>
              <a:gsLst>
                <a:gs pos="0">
                  <a:srgbClr val="283C4F"/>
                </a:gs>
                <a:gs pos="100000">
                  <a:srgbClr val="13131D"/>
                </a:gs>
              </a:gsLst>
              <a:lin ang="2700000" scaled="1"/>
            </a:gradFill>
            <a:ln>
              <a:noFill/>
            </a:ln>
            <a:effectLst>
              <a:outerShdw blurRad="381000" sx="102000" sy="102000" algn="ctr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000" b="1" i="1"/>
            </a:p>
          </p:txBody>
        </p:sp>
        <p:sp>
          <p:nvSpPr>
            <p:cNvPr id="51" name="Oval 16"/>
            <p:cNvSpPr/>
            <p:nvPr/>
          </p:nvSpPr>
          <p:spPr>
            <a:xfrm>
              <a:off x="1990155" y="2959100"/>
              <a:ext cx="296267" cy="363538"/>
            </a:xfrm>
            <a:custGeom>
              <a:avLst/>
              <a:gdLst>
                <a:gd name="T0" fmla="*/ 5283 w 5555"/>
                <a:gd name="T1" fmla="*/ 0 h 6827"/>
                <a:gd name="T2" fmla="*/ 272 w 5555"/>
                <a:gd name="T3" fmla="*/ 0 h 6827"/>
                <a:gd name="T4" fmla="*/ 0 w 5555"/>
                <a:gd name="T5" fmla="*/ 272 h 6827"/>
                <a:gd name="T6" fmla="*/ 0 w 5555"/>
                <a:gd name="T7" fmla="*/ 6554 h 6827"/>
                <a:gd name="T8" fmla="*/ 272 w 5555"/>
                <a:gd name="T9" fmla="*/ 6827 h 6827"/>
                <a:gd name="T10" fmla="*/ 3885 w 5555"/>
                <a:gd name="T11" fmla="*/ 6827 h 6827"/>
                <a:gd name="T12" fmla="*/ 4077 w 5555"/>
                <a:gd name="T13" fmla="*/ 6747 h 6827"/>
                <a:gd name="T14" fmla="*/ 5475 w 5555"/>
                <a:gd name="T15" fmla="*/ 5349 h 6827"/>
                <a:gd name="T16" fmla="*/ 5555 w 5555"/>
                <a:gd name="T17" fmla="*/ 5157 h 6827"/>
                <a:gd name="T18" fmla="*/ 5555 w 5555"/>
                <a:gd name="T19" fmla="*/ 272 h 6827"/>
                <a:gd name="T20" fmla="*/ 5283 w 5555"/>
                <a:gd name="T21" fmla="*/ 0 h 6827"/>
                <a:gd name="T22" fmla="*/ 2621 w 5555"/>
                <a:gd name="T23" fmla="*/ 5123 h 6827"/>
                <a:gd name="T24" fmla="*/ 2213 w 5555"/>
                <a:gd name="T25" fmla="*/ 5123 h 6827"/>
                <a:gd name="T26" fmla="*/ 2213 w 5555"/>
                <a:gd name="T27" fmla="*/ 5531 h 6827"/>
                <a:gd name="T28" fmla="*/ 1941 w 5555"/>
                <a:gd name="T29" fmla="*/ 5803 h 6827"/>
                <a:gd name="T30" fmla="*/ 1669 w 5555"/>
                <a:gd name="T31" fmla="*/ 5531 h 6827"/>
                <a:gd name="T32" fmla="*/ 1669 w 5555"/>
                <a:gd name="T33" fmla="*/ 5123 h 6827"/>
                <a:gd name="T34" fmla="*/ 1261 w 5555"/>
                <a:gd name="T35" fmla="*/ 5123 h 6827"/>
                <a:gd name="T36" fmla="*/ 988 w 5555"/>
                <a:gd name="T37" fmla="*/ 4850 h 6827"/>
                <a:gd name="T38" fmla="*/ 1261 w 5555"/>
                <a:gd name="T39" fmla="*/ 4578 h 6827"/>
                <a:gd name="T40" fmla="*/ 1669 w 5555"/>
                <a:gd name="T41" fmla="*/ 4578 h 6827"/>
                <a:gd name="T42" fmla="*/ 1669 w 5555"/>
                <a:gd name="T43" fmla="*/ 4170 h 6827"/>
                <a:gd name="T44" fmla="*/ 1941 w 5555"/>
                <a:gd name="T45" fmla="*/ 3898 h 6827"/>
                <a:gd name="T46" fmla="*/ 2213 w 5555"/>
                <a:gd name="T47" fmla="*/ 4170 h 6827"/>
                <a:gd name="T48" fmla="*/ 2213 w 5555"/>
                <a:gd name="T49" fmla="*/ 4578 h 6827"/>
                <a:gd name="T50" fmla="*/ 2621 w 5555"/>
                <a:gd name="T51" fmla="*/ 4578 h 6827"/>
                <a:gd name="T52" fmla="*/ 2894 w 5555"/>
                <a:gd name="T53" fmla="*/ 4850 h 6827"/>
                <a:gd name="T54" fmla="*/ 2621 w 5555"/>
                <a:gd name="T55" fmla="*/ 5123 h 6827"/>
                <a:gd name="T56" fmla="*/ 2668 w 5555"/>
                <a:gd name="T57" fmla="*/ 3322 h 6827"/>
                <a:gd name="T58" fmla="*/ 1261 w 5555"/>
                <a:gd name="T59" fmla="*/ 3322 h 6827"/>
                <a:gd name="T60" fmla="*/ 988 w 5555"/>
                <a:gd name="T61" fmla="*/ 3050 h 6827"/>
                <a:gd name="T62" fmla="*/ 1261 w 5555"/>
                <a:gd name="T63" fmla="*/ 2777 h 6827"/>
                <a:gd name="T64" fmla="*/ 2668 w 5555"/>
                <a:gd name="T65" fmla="*/ 2777 h 6827"/>
                <a:gd name="T66" fmla="*/ 2941 w 5555"/>
                <a:gd name="T67" fmla="*/ 3050 h 6827"/>
                <a:gd name="T68" fmla="*/ 2668 w 5555"/>
                <a:gd name="T69" fmla="*/ 3322 h 6827"/>
                <a:gd name="T70" fmla="*/ 4294 w 5555"/>
                <a:gd name="T71" fmla="*/ 2486 h 6827"/>
                <a:gd name="T72" fmla="*/ 1261 w 5555"/>
                <a:gd name="T73" fmla="*/ 2486 h 6827"/>
                <a:gd name="T74" fmla="*/ 988 w 5555"/>
                <a:gd name="T75" fmla="*/ 2214 h 6827"/>
                <a:gd name="T76" fmla="*/ 1261 w 5555"/>
                <a:gd name="T77" fmla="*/ 1942 h 6827"/>
                <a:gd name="T78" fmla="*/ 4294 w 5555"/>
                <a:gd name="T79" fmla="*/ 1942 h 6827"/>
                <a:gd name="T80" fmla="*/ 4566 w 5555"/>
                <a:gd name="T81" fmla="*/ 2214 h 6827"/>
                <a:gd name="T82" fmla="*/ 4294 w 5555"/>
                <a:gd name="T83" fmla="*/ 2486 h 6827"/>
                <a:gd name="T84" fmla="*/ 4294 w 5555"/>
                <a:gd name="T85" fmla="*/ 1650 h 6827"/>
                <a:gd name="T86" fmla="*/ 1261 w 5555"/>
                <a:gd name="T87" fmla="*/ 1650 h 6827"/>
                <a:gd name="T88" fmla="*/ 988 w 5555"/>
                <a:gd name="T89" fmla="*/ 1378 h 6827"/>
                <a:gd name="T90" fmla="*/ 1261 w 5555"/>
                <a:gd name="T91" fmla="*/ 1106 h 6827"/>
                <a:gd name="T92" fmla="*/ 4294 w 5555"/>
                <a:gd name="T93" fmla="*/ 1106 h 6827"/>
                <a:gd name="T94" fmla="*/ 4566 w 5555"/>
                <a:gd name="T95" fmla="*/ 1378 h 6827"/>
                <a:gd name="T96" fmla="*/ 4294 w 5555"/>
                <a:gd name="T97" fmla="*/ 1650 h 6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55" h="6827">
                  <a:moveTo>
                    <a:pt x="5283" y="0"/>
                  </a:moveTo>
                  <a:lnTo>
                    <a:pt x="272" y="0"/>
                  </a:lnTo>
                  <a:cubicBezTo>
                    <a:pt x="122" y="0"/>
                    <a:pt x="0" y="122"/>
                    <a:pt x="0" y="272"/>
                  </a:cubicBezTo>
                  <a:lnTo>
                    <a:pt x="0" y="6554"/>
                  </a:lnTo>
                  <a:cubicBezTo>
                    <a:pt x="0" y="6705"/>
                    <a:pt x="122" y="6827"/>
                    <a:pt x="272" y="6827"/>
                  </a:cubicBezTo>
                  <a:lnTo>
                    <a:pt x="3885" y="6827"/>
                  </a:lnTo>
                  <a:cubicBezTo>
                    <a:pt x="3957" y="6827"/>
                    <a:pt x="4026" y="6798"/>
                    <a:pt x="4077" y="6747"/>
                  </a:cubicBezTo>
                  <a:lnTo>
                    <a:pt x="5475" y="5349"/>
                  </a:lnTo>
                  <a:cubicBezTo>
                    <a:pt x="5526" y="5298"/>
                    <a:pt x="5555" y="5229"/>
                    <a:pt x="5555" y="5157"/>
                  </a:cubicBezTo>
                  <a:lnTo>
                    <a:pt x="5555" y="272"/>
                  </a:lnTo>
                  <a:cubicBezTo>
                    <a:pt x="5555" y="122"/>
                    <a:pt x="5433" y="0"/>
                    <a:pt x="5283" y="0"/>
                  </a:cubicBezTo>
                  <a:close/>
                  <a:moveTo>
                    <a:pt x="2621" y="5123"/>
                  </a:moveTo>
                  <a:lnTo>
                    <a:pt x="2213" y="5123"/>
                  </a:lnTo>
                  <a:lnTo>
                    <a:pt x="2213" y="5531"/>
                  </a:lnTo>
                  <a:cubicBezTo>
                    <a:pt x="2213" y="5681"/>
                    <a:pt x="2091" y="5803"/>
                    <a:pt x="1941" y="5803"/>
                  </a:cubicBezTo>
                  <a:cubicBezTo>
                    <a:pt x="1791" y="5803"/>
                    <a:pt x="1669" y="5681"/>
                    <a:pt x="1669" y="5531"/>
                  </a:cubicBezTo>
                  <a:lnTo>
                    <a:pt x="1669" y="5123"/>
                  </a:lnTo>
                  <a:lnTo>
                    <a:pt x="1261" y="5123"/>
                  </a:lnTo>
                  <a:cubicBezTo>
                    <a:pt x="1110" y="5123"/>
                    <a:pt x="988" y="5001"/>
                    <a:pt x="988" y="4850"/>
                  </a:cubicBezTo>
                  <a:cubicBezTo>
                    <a:pt x="988" y="4700"/>
                    <a:pt x="1110" y="4578"/>
                    <a:pt x="1261" y="4578"/>
                  </a:cubicBezTo>
                  <a:lnTo>
                    <a:pt x="1669" y="4578"/>
                  </a:lnTo>
                  <a:lnTo>
                    <a:pt x="1669" y="4170"/>
                  </a:lnTo>
                  <a:cubicBezTo>
                    <a:pt x="1669" y="4019"/>
                    <a:pt x="1791" y="3898"/>
                    <a:pt x="1941" y="3898"/>
                  </a:cubicBezTo>
                  <a:cubicBezTo>
                    <a:pt x="2091" y="3898"/>
                    <a:pt x="2213" y="4019"/>
                    <a:pt x="2213" y="4170"/>
                  </a:cubicBezTo>
                  <a:lnTo>
                    <a:pt x="2213" y="4578"/>
                  </a:lnTo>
                  <a:lnTo>
                    <a:pt x="2621" y="4578"/>
                  </a:lnTo>
                  <a:cubicBezTo>
                    <a:pt x="2772" y="4578"/>
                    <a:pt x="2894" y="4700"/>
                    <a:pt x="2894" y="4850"/>
                  </a:cubicBezTo>
                  <a:cubicBezTo>
                    <a:pt x="2894" y="5001"/>
                    <a:pt x="2772" y="5123"/>
                    <a:pt x="2621" y="5123"/>
                  </a:cubicBezTo>
                  <a:close/>
                  <a:moveTo>
                    <a:pt x="2668" y="3322"/>
                  </a:moveTo>
                  <a:lnTo>
                    <a:pt x="1261" y="3322"/>
                  </a:lnTo>
                  <a:cubicBezTo>
                    <a:pt x="1110" y="3322"/>
                    <a:pt x="988" y="3200"/>
                    <a:pt x="988" y="3050"/>
                  </a:cubicBezTo>
                  <a:cubicBezTo>
                    <a:pt x="988" y="2899"/>
                    <a:pt x="1110" y="2777"/>
                    <a:pt x="1261" y="2777"/>
                  </a:cubicBezTo>
                  <a:lnTo>
                    <a:pt x="2668" y="2777"/>
                  </a:lnTo>
                  <a:cubicBezTo>
                    <a:pt x="2819" y="2777"/>
                    <a:pt x="2941" y="2899"/>
                    <a:pt x="2941" y="3050"/>
                  </a:cubicBezTo>
                  <a:cubicBezTo>
                    <a:pt x="2941" y="3200"/>
                    <a:pt x="2819" y="3322"/>
                    <a:pt x="2668" y="3322"/>
                  </a:cubicBezTo>
                  <a:close/>
                  <a:moveTo>
                    <a:pt x="4294" y="2486"/>
                  </a:moveTo>
                  <a:lnTo>
                    <a:pt x="1261" y="2486"/>
                  </a:lnTo>
                  <a:cubicBezTo>
                    <a:pt x="1110" y="2486"/>
                    <a:pt x="988" y="2364"/>
                    <a:pt x="988" y="2214"/>
                  </a:cubicBezTo>
                  <a:cubicBezTo>
                    <a:pt x="988" y="2064"/>
                    <a:pt x="1110" y="1942"/>
                    <a:pt x="1261" y="1942"/>
                  </a:cubicBezTo>
                  <a:lnTo>
                    <a:pt x="4294" y="1942"/>
                  </a:lnTo>
                  <a:cubicBezTo>
                    <a:pt x="4444" y="1942"/>
                    <a:pt x="4566" y="2064"/>
                    <a:pt x="4566" y="2214"/>
                  </a:cubicBezTo>
                  <a:cubicBezTo>
                    <a:pt x="4566" y="2364"/>
                    <a:pt x="4444" y="2486"/>
                    <a:pt x="4294" y="2486"/>
                  </a:cubicBezTo>
                  <a:close/>
                  <a:moveTo>
                    <a:pt x="4294" y="1650"/>
                  </a:moveTo>
                  <a:lnTo>
                    <a:pt x="1261" y="1650"/>
                  </a:lnTo>
                  <a:cubicBezTo>
                    <a:pt x="1110" y="1650"/>
                    <a:pt x="988" y="1529"/>
                    <a:pt x="988" y="1378"/>
                  </a:cubicBezTo>
                  <a:cubicBezTo>
                    <a:pt x="988" y="1228"/>
                    <a:pt x="1110" y="1106"/>
                    <a:pt x="1261" y="1106"/>
                  </a:cubicBezTo>
                  <a:lnTo>
                    <a:pt x="4294" y="1106"/>
                  </a:lnTo>
                  <a:cubicBezTo>
                    <a:pt x="4444" y="1106"/>
                    <a:pt x="4566" y="1228"/>
                    <a:pt x="4566" y="1378"/>
                  </a:cubicBezTo>
                  <a:cubicBezTo>
                    <a:pt x="4566" y="1529"/>
                    <a:pt x="4444" y="1650"/>
                    <a:pt x="4294" y="16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1000" sx="102000" sy="102000" algn="ctr" rotWithShape="0">
                <a:schemeClr val="tx1">
                  <a:lumMod val="75000"/>
                  <a:lumOff val="25000"/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000" b="1" i="1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3493770" y="2452323"/>
            <a:ext cx="2270125" cy="826912"/>
            <a:chOff x="1937437" y="4921854"/>
            <a:chExt cx="1908696" cy="1102525"/>
          </a:xfrm>
        </p:grpSpPr>
        <p:sp>
          <p:nvSpPr>
            <p:cNvPr id="64" name="文本框 2"/>
            <p:cNvSpPr txBox="1"/>
            <p:nvPr/>
          </p:nvSpPr>
          <p:spPr bwMode="auto">
            <a:xfrm>
              <a:off x="2267389" y="4921854"/>
              <a:ext cx="1248791" cy="491056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zh-CN" altLang="en-US" b="1" dirty="0">
                  <a:solidFill>
                    <a:srgbClr val="283C4F"/>
                  </a:solidFill>
                  <a:latin typeface="+mn-ea"/>
                </a:rPr>
                <a:t>交       流</a:t>
              </a:r>
            </a:p>
          </p:txBody>
        </p:sp>
        <p:sp>
          <p:nvSpPr>
            <p:cNvPr id="65" name="文本框 3"/>
            <p:cNvSpPr txBox="1"/>
            <p:nvPr/>
          </p:nvSpPr>
          <p:spPr bwMode="auto">
            <a:xfrm>
              <a:off x="1937437" y="5652490"/>
              <a:ext cx="1908696" cy="37188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fontAlgn="auto">
                <a:lnSpc>
                  <a:spcPct val="150000"/>
                </a:lnSpc>
              </a:pPr>
              <a:endParaRPr lang="zh-CN" altLang="en-US" sz="900" dirty="0">
                <a:solidFill>
                  <a:srgbClr val="324C64"/>
                </a:solidFill>
                <a:latin typeface="等线" panose="02010600030101010101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264275" y="2460624"/>
            <a:ext cx="2355215" cy="826915"/>
            <a:chOff x="1930182" y="4921854"/>
            <a:chExt cx="1923205" cy="1102520"/>
          </a:xfrm>
        </p:grpSpPr>
        <p:sp>
          <p:nvSpPr>
            <p:cNvPr id="67" name="文本框 2"/>
            <p:cNvSpPr txBox="1"/>
            <p:nvPr/>
          </p:nvSpPr>
          <p:spPr bwMode="auto">
            <a:xfrm>
              <a:off x="2267389" y="4921854"/>
              <a:ext cx="1248791" cy="491052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defRPr/>
              </a:pPr>
              <a:r>
                <a:rPr lang="zh-CN" altLang="en-US" sz="1800" b="1" dirty="0">
                  <a:solidFill>
                    <a:srgbClr val="283C4F"/>
                  </a:solidFill>
                  <a:latin typeface="+mn-ea"/>
                </a:rPr>
                <a:t>保障</a:t>
              </a:r>
            </a:p>
          </p:txBody>
        </p:sp>
        <p:sp>
          <p:nvSpPr>
            <p:cNvPr id="68" name="文本框 3"/>
            <p:cNvSpPr txBox="1"/>
            <p:nvPr/>
          </p:nvSpPr>
          <p:spPr bwMode="auto">
            <a:xfrm>
              <a:off x="1930182" y="5652488"/>
              <a:ext cx="1923205" cy="37188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50000"/>
                </a:lnSpc>
              </a:pPr>
              <a:endParaRPr lang="zh-CN" altLang="en-US" sz="900" dirty="0">
                <a:solidFill>
                  <a:srgbClr val="324C64"/>
                </a:solidFill>
                <a:latin typeface="等线" panose="02010600030101010101" charset="-122"/>
              </a:endParaRPr>
            </a:p>
          </p:txBody>
        </p:sp>
      </p:grpSp>
      <p:cxnSp>
        <p:nvCxnSpPr>
          <p:cNvPr id="76" name="直接连接符 75"/>
          <p:cNvCxnSpPr/>
          <p:nvPr/>
        </p:nvCxnSpPr>
        <p:spPr>
          <a:xfrm>
            <a:off x="3302635" y="1351280"/>
            <a:ext cx="635" cy="3124835"/>
          </a:xfrm>
          <a:prstGeom prst="line">
            <a:avLst/>
          </a:prstGeom>
          <a:solidFill>
            <a:schemeClr val="bg1"/>
          </a:solidFill>
          <a:ln w="15875" cap="rnd">
            <a:solidFill>
              <a:schemeClr val="tx1">
                <a:lumMod val="50000"/>
                <a:lumOff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5953760" y="1351280"/>
            <a:ext cx="3175" cy="3070225"/>
          </a:xfrm>
          <a:prstGeom prst="line">
            <a:avLst/>
          </a:prstGeom>
          <a:solidFill>
            <a:schemeClr val="bg1"/>
          </a:solidFill>
          <a:ln w="15875" cap="rnd">
            <a:solidFill>
              <a:schemeClr val="tx1">
                <a:lumMod val="50000"/>
                <a:lumOff val="50000"/>
              </a:schemeClr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C0C24DB-61FD-4F27-B019-04A8FCB0F9CC}"/>
              </a:ext>
            </a:extLst>
          </p:cNvPr>
          <p:cNvSpPr txBox="1"/>
          <p:nvPr/>
        </p:nvSpPr>
        <p:spPr>
          <a:xfrm>
            <a:off x="732472" y="2828924"/>
            <a:ext cx="2057400" cy="188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3765">
              <a:lnSpc>
                <a:spcPct val="120000"/>
              </a:lnSpc>
            </a:pPr>
            <a:r>
              <a:rPr lang="zh-CN" altLang="en-US" sz="1400" dirty="0">
                <a:solidFill>
                  <a:srgbClr val="3D3D3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   通过以往项目的记录。为后起者提供坐标参考，能够更快来到前沿参与解决问题的过程。</a:t>
            </a:r>
            <a:endParaRPr lang="en-US" altLang="zh-CN" sz="1400" dirty="0">
              <a:solidFill>
                <a:srgbClr val="3D3D3D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algn="just" defTabSz="913765">
              <a:lnSpc>
                <a:spcPct val="120000"/>
              </a:lnSpc>
            </a:pPr>
            <a:r>
              <a:rPr lang="zh-CN" altLang="en-US" sz="1400" dirty="0">
                <a:solidFill>
                  <a:srgbClr val="3D3D3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同时以用促学，减少同质化的、伪需求的创业项目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E5EA7DD-72C8-40EF-BBD6-C28D11919322}"/>
              </a:ext>
            </a:extLst>
          </p:cNvPr>
          <p:cNvSpPr txBox="1"/>
          <p:nvPr/>
        </p:nvSpPr>
        <p:spPr>
          <a:xfrm>
            <a:off x="3816033" y="2810826"/>
            <a:ext cx="1501775" cy="2138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3765">
              <a:lnSpc>
                <a:spcPct val="120000"/>
              </a:lnSpc>
            </a:pPr>
            <a:r>
              <a:rPr lang="zh-CN" altLang="en-US" sz="1400" dirty="0">
                <a:solidFill>
                  <a:srgbClr val="3D3D3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   好的想法少有一个人埋头苦钻研然后突然灵光一现的。</a:t>
            </a:r>
            <a:endParaRPr lang="en-US" altLang="zh-CN" sz="1400" dirty="0">
              <a:solidFill>
                <a:srgbClr val="3D3D3D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  <a:p>
            <a:pPr algn="just" defTabSz="913765">
              <a:lnSpc>
                <a:spcPct val="120000"/>
              </a:lnSpc>
            </a:pPr>
            <a:r>
              <a:rPr lang="zh-CN" altLang="en-US" sz="1400" dirty="0">
                <a:solidFill>
                  <a:srgbClr val="3D3D3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   只有足够的信息流动和整合，才会迸发出好想法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5F6BE8A-BFB4-4DA8-B774-0F76A33549BF}"/>
              </a:ext>
            </a:extLst>
          </p:cNvPr>
          <p:cNvSpPr txBox="1"/>
          <p:nvPr/>
        </p:nvSpPr>
        <p:spPr>
          <a:xfrm>
            <a:off x="6655435" y="2918195"/>
            <a:ext cx="1551101" cy="1621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3765">
              <a:lnSpc>
                <a:spcPct val="120000"/>
              </a:lnSpc>
            </a:pPr>
            <a:r>
              <a:rPr lang="zh-CN" altLang="en-US" sz="1400" dirty="0">
                <a:solidFill>
                  <a:srgbClr val="3D3D3D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    通过区块链技术保证好想法的产权性。不仅使得项目结果的合法分配，更是对好想法的守护。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5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15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15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椭圆 51"/>
          <p:cNvSpPr/>
          <p:nvPr/>
        </p:nvSpPr>
        <p:spPr>
          <a:xfrm>
            <a:off x="261071" y="137152"/>
            <a:ext cx="591413" cy="591413"/>
          </a:xfrm>
          <a:prstGeom prst="ellipse">
            <a:avLst/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i="1" dirty="0"/>
              <a:t>3.</a:t>
            </a:r>
            <a:endParaRPr lang="zh-CN" altLang="en-US" sz="3000" b="1" i="1" dirty="0"/>
          </a:p>
        </p:txBody>
      </p:sp>
      <p:sp>
        <p:nvSpPr>
          <p:cNvPr id="53" name="矩形 52"/>
          <p:cNvSpPr/>
          <p:nvPr/>
        </p:nvSpPr>
        <p:spPr>
          <a:xfrm>
            <a:off x="1019162" y="19020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3765"/>
            <a:r>
              <a:rPr lang="zh-CN" altLang="en-US" sz="2400" b="1" dirty="0">
                <a:solidFill>
                  <a:srgbClr val="42494D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项目研究基础</a:t>
            </a:r>
            <a:endParaRPr lang="zh-CN" altLang="en-US" sz="2400" dirty="0">
              <a:solidFill>
                <a:srgbClr val="283C4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7362" y="156202"/>
            <a:ext cx="8669810" cy="685800"/>
            <a:chOff x="356483" y="208269"/>
            <a:chExt cx="11559746" cy="9144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1233938" y="838378"/>
              <a:ext cx="10682291" cy="0"/>
            </a:xfrm>
            <a:prstGeom prst="line">
              <a:avLst/>
            </a:prstGeom>
            <a:ln>
              <a:solidFill>
                <a:srgbClr val="283C4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弧形 58"/>
            <p:cNvSpPr/>
            <p:nvPr/>
          </p:nvSpPr>
          <p:spPr>
            <a:xfrm>
              <a:off x="356483" y="208269"/>
              <a:ext cx="914400" cy="914400"/>
            </a:xfrm>
            <a:prstGeom prst="arc">
              <a:avLst>
                <a:gd name="adj1" fmla="val 1398446"/>
                <a:gd name="adj2" fmla="val 4703835"/>
              </a:avLst>
            </a:prstGeom>
            <a:ln>
              <a:solidFill>
                <a:srgbClr val="283C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3" name="133112"/>
          <p:cNvSpPr/>
          <p:nvPr/>
        </p:nvSpPr>
        <p:spPr bwMode="auto">
          <a:xfrm>
            <a:off x="987412" y="1418334"/>
            <a:ext cx="1138104" cy="1205731"/>
          </a:xfrm>
          <a:prstGeom prst="roundRect">
            <a:avLst>
              <a:gd name="adj" fmla="val 2345"/>
            </a:avLst>
          </a:prstGeom>
          <a:gradFill>
            <a:gsLst>
              <a:gs pos="54000">
                <a:schemeClr val="accent3">
                  <a:lumMod val="98000"/>
                  <a:lumOff val="2000"/>
                </a:schemeClr>
              </a:gs>
              <a:gs pos="0">
                <a:schemeClr val="accent3">
                  <a:lumMod val="90000"/>
                  <a:lumOff val="10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想法产权</a:t>
            </a:r>
          </a:p>
        </p:txBody>
      </p:sp>
      <p:sp>
        <p:nvSpPr>
          <p:cNvPr id="27" name="612133"/>
          <p:cNvSpPr/>
          <p:nvPr/>
        </p:nvSpPr>
        <p:spPr bwMode="auto">
          <a:xfrm>
            <a:off x="3023616" y="1466214"/>
            <a:ext cx="1387927" cy="1157853"/>
          </a:xfrm>
          <a:prstGeom prst="roundRect">
            <a:avLst>
              <a:gd name="adj" fmla="val 2345"/>
            </a:avLst>
          </a:prstGeom>
          <a:solidFill>
            <a:srgbClr val="324C64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区块链</a:t>
            </a:r>
          </a:p>
        </p:txBody>
      </p:sp>
      <p:sp>
        <p:nvSpPr>
          <p:cNvPr id="6" name="290153"/>
          <p:cNvSpPr/>
          <p:nvPr/>
        </p:nvSpPr>
        <p:spPr bwMode="auto">
          <a:xfrm>
            <a:off x="5049672" y="1466215"/>
            <a:ext cx="1138104" cy="1157850"/>
          </a:xfrm>
          <a:prstGeom prst="roundRect">
            <a:avLst>
              <a:gd name="adj" fmla="val 2345"/>
            </a:avLst>
          </a:prstGeom>
          <a:gradFill>
            <a:gsLst>
              <a:gs pos="54000">
                <a:schemeClr val="accent3">
                  <a:lumMod val="98000"/>
                  <a:lumOff val="2000"/>
                </a:schemeClr>
              </a:gs>
              <a:gs pos="0">
                <a:schemeClr val="accent3">
                  <a:lumMod val="90000"/>
                  <a:lumOff val="10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项目存储</a:t>
            </a:r>
          </a:p>
        </p:txBody>
      </p:sp>
      <p:sp>
        <p:nvSpPr>
          <p:cNvPr id="19" name="779274"/>
          <p:cNvSpPr/>
          <p:nvPr/>
        </p:nvSpPr>
        <p:spPr bwMode="auto">
          <a:xfrm>
            <a:off x="7075727" y="1437026"/>
            <a:ext cx="1373619" cy="1187040"/>
          </a:xfrm>
          <a:prstGeom prst="roundRect">
            <a:avLst>
              <a:gd name="adj" fmla="val 2345"/>
            </a:avLst>
          </a:prstGeom>
          <a:solidFill>
            <a:srgbClr val="324C64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分布式存储</a:t>
            </a:r>
          </a:p>
        </p:txBody>
      </p:sp>
      <p:cxnSp>
        <p:nvCxnSpPr>
          <p:cNvPr id="22" name="192476"/>
          <p:cNvCxnSpPr>
            <a:cxnSpLocks/>
          </p:cNvCxnSpPr>
          <p:nvPr/>
        </p:nvCxnSpPr>
        <p:spPr bwMode="auto">
          <a:xfrm>
            <a:off x="952532" y="2889238"/>
            <a:ext cx="769693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564896"/>
          <p:cNvCxnSpPr>
            <a:cxnSpLocks/>
          </p:cNvCxnSpPr>
          <p:nvPr/>
        </p:nvCxnSpPr>
        <p:spPr bwMode="auto">
          <a:xfrm>
            <a:off x="2577303" y="1101367"/>
            <a:ext cx="0" cy="310465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836225"/>
          <p:cNvCxnSpPr>
            <a:cxnSpLocks/>
          </p:cNvCxnSpPr>
          <p:nvPr/>
        </p:nvCxnSpPr>
        <p:spPr bwMode="auto">
          <a:xfrm>
            <a:off x="4588851" y="1101367"/>
            <a:ext cx="0" cy="310465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771497"/>
          <p:cNvCxnSpPr>
            <a:cxnSpLocks/>
          </p:cNvCxnSpPr>
          <p:nvPr/>
        </p:nvCxnSpPr>
        <p:spPr bwMode="auto">
          <a:xfrm>
            <a:off x="6618440" y="1101367"/>
            <a:ext cx="0" cy="310465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042826"/>
          <p:cNvSpPr/>
          <p:nvPr/>
        </p:nvSpPr>
        <p:spPr bwMode="auto">
          <a:xfrm>
            <a:off x="2543497" y="2831597"/>
            <a:ext cx="93094" cy="101606"/>
          </a:xfrm>
          <a:prstGeom prst="ellips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987197"/>
          <p:cNvSpPr/>
          <p:nvPr/>
        </p:nvSpPr>
        <p:spPr bwMode="auto">
          <a:xfrm>
            <a:off x="4546025" y="2831597"/>
            <a:ext cx="93094" cy="101606"/>
          </a:xfrm>
          <a:prstGeom prst="ellips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259527"/>
          <p:cNvSpPr/>
          <p:nvPr/>
        </p:nvSpPr>
        <p:spPr bwMode="auto">
          <a:xfrm>
            <a:off x="6575614" y="2831597"/>
            <a:ext cx="93094" cy="101606"/>
          </a:xfrm>
          <a:prstGeom prst="ellips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621947"/>
          <p:cNvSpPr/>
          <p:nvPr/>
        </p:nvSpPr>
        <p:spPr bwMode="auto">
          <a:xfrm>
            <a:off x="997562" y="2937066"/>
            <a:ext cx="1138104" cy="1287973"/>
          </a:xfrm>
          <a:prstGeom prst="roundRect">
            <a:avLst>
              <a:gd name="adj" fmla="val 2345"/>
            </a:avLst>
          </a:prstGeom>
          <a:gradFill>
            <a:gsLst>
              <a:gs pos="54000">
                <a:schemeClr val="accent3">
                  <a:lumMod val="98000"/>
                  <a:lumOff val="2000"/>
                </a:schemeClr>
              </a:gs>
              <a:gs pos="0">
                <a:schemeClr val="accent3">
                  <a:lumMod val="90000"/>
                  <a:lumOff val="10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加快信息处理</a:t>
            </a:r>
          </a:p>
        </p:txBody>
      </p:sp>
      <p:sp>
        <p:nvSpPr>
          <p:cNvPr id="69" name="199968"/>
          <p:cNvSpPr/>
          <p:nvPr/>
        </p:nvSpPr>
        <p:spPr bwMode="auto">
          <a:xfrm>
            <a:off x="7112247" y="3007730"/>
            <a:ext cx="1387923" cy="1187040"/>
          </a:xfrm>
          <a:prstGeom prst="roundRect">
            <a:avLst>
              <a:gd name="adj" fmla="val 2345"/>
            </a:avLst>
          </a:prstGeom>
          <a:solidFill>
            <a:srgbClr val="324C64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en-US" altLang="zh-CN" sz="1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WebSocket</a:t>
            </a:r>
          </a:p>
          <a:p>
            <a:pPr algn="ctr"/>
            <a:r>
              <a:rPr lang="en-US" altLang="zh-CN" sz="1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WebRTC </a:t>
            </a:r>
            <a:r>
              <a:rPr lang="zh-CN" altLang="en-US" sz="1600" b="1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241740"/>
          <p:cNvSpPr/>
          <p:nvPr/>
        </p:nvSpPr>
        <p:spPr bwMode="auto">
          <a:xfrm>
            <a:off x="5049672" y="2941774"/>
            <a:ext cx="1138104" cy="1252995"/>
          </a:xfrm>
          <a:prstGeom prst="roundRect">
            <a:avLst>
              <a:gd name="adj" fmla="val 2345"/>
            </a:avLst>
          </a:prstGeom>
          <a:gradFill>
            <a:gsLst>
              <a:gs pos="54000">
                <a:schemeClr val="accent3">
                  <a:lumMod val="98000"/>
                  <a:lumOff val="2000"/>
                </a:schemeClr>
              </a:gs>
              <a:gs pos="0">
                <a:schemeClr val="accent3">
                  <a:lumMod val="90000"/>
                  <a:lumOff val="10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社区运营</a:t>
            </a:r>
          </a:p>
        </p:txBody>
      </p:sp>
      <p:sp>
        <p:nvSpPr>
          <p:cNvPr id="75" name="720861"/>
          <p:cNvSpPr/>
          <p:nvPr/>
        </p:nvSpPr>
        <p:spPr bwMode="auto">
          <a:xfrm>
            <a:off x="2990861" y="2987881"/>
            <a:ext cx="1420682" cy="1237158"/>
          </a:xfrm>
          <a:prstGeom prst="roundRect">
            <a:avLst>
              <a:gd name="adj" fmla="val 2345"/>
            </a:avLst>
          </a:prstGeom>
          <a:solidFill>
            <a:srgbClr val="324C64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搜索算法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4465" b="706"/>
          <a:stretch>
            <a:fillRect/>
          </a:stretch>
        </p:blipFill>
        <p:spPr>
          <a:xfrm>
            <a:off x="0" y="0"/>
            <a:ext cx="9144000" cy="56388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049312" y="-950939"/>
            <a:ext cx="7045377" cy="7045377"/>
          </a:xfrm>
          <a:prstGeom prst="ellipse">
            <a:avLst/>
          </a:prstGeom>
          <a:solidFill>
            <a:schemeClr val="bg1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52381" y="-636820"/>
            <a:ext cx="2839240" cy="644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1250" dirty="0">
                <a:blipFill>
                  <a:blip r:embed="rId4"/>
                  <a:stretch>
                    <a:fillRect/>
                  </a:stretch>
                </a:blipFill>
                <a:latin typeface="Impact" panose="020B0806030902050204" pitchFamily="34" charset="0"/>
              </a:rPr>
              <a:t>2</a:t>
            </a:r>
            <a:endParaRPr lang="zh-CN" altLang="en-US" sz="41250" dirty="0">
              <a:blipFill>
                <a:blip r:embed="rId4"/>
                <a:stretch>
                  <a:fillRect/>
                </a:stretch>
              </a:blipFill>
              <a:latin typeface="Impact" panose="020B0806030902050204" pitchFamily="34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275609" y="2051677"/>
            <a:ext cx="4592783" cy="10401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0" name="文本框 9"/>
          <p:cNvSpPr txBox="1"/>
          <p:nvPr/>
        </p:nvSpPr>
        <p:spPr>
          <a:xfrm>
            <a:off x="2352676" y="2170539"/>
            <a:ext cx="4438650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环境分析</a:t>
            </a:r>
          </a:p>
        </p:txBody>
      </p:sp>
      <p:sp>
        <p:nvSpPr>
          <p:cNvPr id="11" name="椭圆 10"/>
          <p:cNvSpPr/>
          <p:nvPr/>
        </p:nvSpPr>
        <p:spPr>
          <a:xfrm>
            <a:off x="1251857" y="-748393"/>
            <a:ext cx="6640286" cy="6640286"/>
          </a:xfrm>
          <a:prstGeom prst="ellipse">
            <a:avLst/>
          </a:prstGeom>
          <a:noFill/>
          <a:ln w="6350">
            <a:solidFill>
              <a:srgbClr val="283C4F">
                <a:alpha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426578" y="4604586"/>
            <a:ext cx="229084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i="1" dirty="0">
                <a:solidFill>
                  <a:schemeClr val="bg1">
                    <a:alpha val="62000"/>
                  </a:schemeClr>
                </a:solidFill>
                <a:latin typeface="+mn-ea"/>
                <a:sym typeface="Arial" panose="020B0604020202020204" pitchFamily="34" charset="0"/>
              </a:rPr>
              <a:t>— TWO — </a:t>
            </a:r>
            <a:endParaRPr lang="zh-CN" altLang="en-US" sz="2700" i="1" dirty="0">
              <a:solidFill>
                <a:schemeClr val="bg1">
                  <a:alpha val="62000"/>
                </a:schemeClr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52675" y="3268535"/>
            <a:ext cx="4438650" cy="195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75" b="1" dirty="0">
                <a:solidFill>
                  <a:schemeClr val="bg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Live cargo financing plan.</a:t>
            </a:r>
            <a:endParaRPr lang="zh-CN" altLang="en-US" sz="675" dirty="0">
              <a:solidFill>
                <a:schemeClr val="bg1">
                  <a:alpha val="78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5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6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/>
      <p:bldP spid="10" grpId="1"/>
      <p:bldP spid="11" grpId="0" animBg="1"/>
      <p:bldP spid="13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308881" descr="https://gimg2.baidu.com/image_search/src=http%3A%2F%2F5b0988e595225.cdn.sohucs.com%2Fimages%2F20200513%2F8760fa8525c9444483aa9e3081a20ef4.jpeg&amp;refer=http%3A%2F%2F5b0988e595225.cdn.sohucs.com&amp;app=2002&amp;size=f9999,10000&amp;q=a80&amp;n=0&amp;g=0n&amp;fmt=jpeg?sec=1624701588&amp;t=e5bd95f77cb6fcaec29befb7948d72c8"/>
          <p:cNvPicPr>
            <a:picLocks noChangeAspect="1" noChangeArrowheads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 bwMode="auto">
          <a:xfrm>
            <a:off x="3353" y="-4819"/>
            <a:ext cx="4352821" cy="514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670201"/>
          <p:cNvSpPr/>
          <p:nvPr/>
        </p:nvSpPr>
        <p:spPr bwMode="auto">
          <a:xfrm>
            <a:off x="35041" y="3627"/>
            <a:ext cx="4356174" cy="5147382"/>
          </a:xfrm>
          <a:prstGeom prst="rect">
            <a:avLst/>
          </a:prstGeom>
          <a:solidFill>
            <a:schemeClr val="tx1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515482"/>
          <p:cNvSpPr/>
          <p:nvPr/>
        </p:nvSpPr>
        <p:spPr>
          <a:xfrm>
            <a:off x="267684" y="465572"/>
            <a:ext cx="3820805" cy="519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>
              <a:lnSpc>
                <a:spcPct val="150000"/>
              </a:lnSpc>
            </a:pPr>
            <a:r>
              <a:rPr lang="zh-CN" altLang="en-US" sz="2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有意思的是 国内外形成了互补</a:t>
            </a:r>
          </a:p>
        </p:txBody>
      </p:sp>
      <p:sp>
        <p:nvSpPr>
          <p:cNvPr id="6" name="887802"/>
          <p:cNvSpPr/>
          <p:nvPr/>
        </p:nvSpPr>
        <p:spPr>
          <a:xfrm>
            <a:off x="506587" y="1317169"/>
            <a:ext cx="3492395" cy="3173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国内：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巨大的大学生群体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超大规模的创业项目 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·*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缺少大规模交流的社区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*·</a:t>
            </a: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国外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有活跃的交流设社区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广泛的知名度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·*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阶级问题使其局限在体量较小的精英群体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*·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258222"/>
          <p:cNvSpPr/>
          <p:nvPr/>
        </p:nvSpPr>
        <p:spPr bwMode="auto">
          <a:xfrm>
            <a:off x="582558" y="1622233"/>
            <a:ext cx="783363" cy="4509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217696"/>
          <p:cNvSpPr/>
          <p:nvPr/>
        </p:nvSpPr>
        <p:spPr bwMode="auto">
          <a:xfrm>
            <a:off x="4640466" y="702225"/>
            <a:ext cx="4215889" cy="1498977"/>
          </a:xfrm>
          <a:prstGeom prst="roundRect">
            <a:avLst>
              <a:gd name="adj" fmla="val 3415"/>
            </a:avLst>
          </a:prstGeom>
          <a:noFill/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152877"/>
          <p:cNvSpPr/>
          <p:nvPr/>
        </p:nvSpPr>
        <p:spPr bwMode="auto">
          <a:xfrm>
            <a:off x="6181424" y="558375"/>
            <a:ext cx="1074962" cy="316530"/>
          </a:xfrm>
          <a:prstGeom prst="roundRect">
            <a:avLst>
              <a:gd name="adj" fmla="val 50000"/>
            </a:avLst>
          </a:prstGeom>
          <a:solidFill>
            <a:srgbClr val="324C6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sz="13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国内</a:t>
            </a:r>
          </a:p>
        </p:txBody>
      </p:sp>
      <p:sp>
        <p:nvSpPr>
          <p:cNvPr id="26" name="896617"/>
          <p:cNvSpPr/>
          <p:nvPr/>
        </p:nvSpPr>
        <p:spPr bwMode="auto">
          <a:xfrm>
            <a:off x="5363100" y="1346166"/>
            <a:ext cx="2851771" cy="265900"/>
          </a:xfrm>
          <a:prstGeom prst="rect">
            <a:avLst/>
          </a:prstGeom>
          <a:gradFill>
            <a:gsLst>
              <a:gs pos="56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zh-CN" sz="1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全国大学生</a:t>
            </a:r>
            <a:r>
              <a:rPr lang="zh-CN" altLang="en-US" sz="1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创新创业</a:t>
            </a:r>
            <a:r>
              <a:rPr lang="zh-CN" altLang="zh-CN" sz="1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服务网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631898"/>
          <p:cNvSpPr/>
          <p:nvPr/>
        </p:nvSpPr>
        <p:spPr bwMode="auto">
          <a:xfrm>
            <a:off x="5363100" y="904740"/>
            <a:ext cx="2851771" cy="312466"/>
          </a:xfrm>
          <a:prstGeom prst="rect">
            <a:avLst/>
          </a:prstGeom>
          <a:gradFill>
            <a:gsLst>
              <a:gs pos="56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zh-CN" sz="1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国家级大学生创新创业训练计划平台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217696">
            <a:extLst>
              <a:ext uri="{FF2B5EF4-FFF2-40B4-BE49-F238E27FC236}">
                <a16:creationId xmlns:a16="http://schemas.microsoft.com/office/drawing/2014/main" id="{E602D90B-EACB-4B84-929D-D4DDB345A0BA}"/>
              </a:ext>
            </a:extLst>
          </p:cNvPr>
          <p:cNvSpPr/>
          <p:nvPr/>
        </p:nvSpPr>
        <p:spPr bwMode="auto">
          <a:xfrm>
            <a:off x="4710547" y="2876900"/>
            <a:ext cx="4215889" cy="1708225"/>
          </a:xfrm>
          <a:prstGeom prst="roundRect">
            <a:avLst>
              <a:gd name="adj" fmla="val 3415"/>
            </a:avLst>
          </a:prstGeom>
          <a:noFill/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3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152877">
            <a:extLst>
              <a:ext uri="{FF2B5EF4-FFF2-40B4-BE49-F238E27FC236}">
                <a16:creationId xmlns:a16="http://schemas.microsoft.com/office/drawing/2014/main" id="{3882BA3D-C065-4DB4-BA47-DE8E2D7DC25F}"/>
              </a:ext>
            </a:extLst>
          </p:cNvPr>
          <p:cNvSpPr/>
          <p:nvPr/>
        </p:nvSpPr>
        <p:spPr bwMode="auto">
          <a:xfrm>
            <a:off x="6251505" y="2733050"/>
            <a:ext cx="1074962" cy="316530"/>
          </a:xfrm>
          <a:prstGeom prst="roundRect">
            <a:avLst>
              <a:gd name="adj" fmla="val 50000"/>
            </a:avLst>
          </a:prstGeom>
          <a:solidFill>
            <a:srgbClr val="324C64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en-US" sz="13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国外</a:t>
            </a:r>
          </a:p>
        </p:txBody>
      </p:sp>
      <p:sp>
        <p:nvSpPr>
          <p:cNvPr id="54" name="631898">
            <a:extLst>
              <a:ext uri="{FF2B5EF4-FFF2-40B4-BE49-F238E27FC236}">
                <a16:creationId xmlns:a16="http://schemas.microsoft.com/office/drawing/2014/main" id="{84E60260-83E1-42ED-A0E1-9D41E0E01C97}"/>
              </a:ext>
            </a:extLst>
          </p:cNvPr>
          <p:cNvSpPr/>
          <p:nvPr/>
        </p:nvSpPr>
        <p:spPr bwMode="auto">
          <a:xfrm>
            <a:off x="5240454" y="3098583"/>
            <a:ext cx="3327399" cy="365310"/>
          </a:xfrm>
          <a:prstGeom prst="rect">
            <a:avLst/>
          </a:prstGeom>
          <a:gradFill>
            <a:gsLst>
              <a:gs pos="56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The MIT $100K Entrepreneurship competition 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896617">
            <a:extLst>
              <a:ext uri="{FF2B5EF4-FFF2-40B4-BE49-F238E27FC236}">
                <a16:creationId xmlns:a16="http://schemas.microsoft.com/office/drawing/2014/main" id="{ACA6484D-832D-4536-B2BA-DADE85383197}"/>
              </a:ext>
            </a:extLst>
          </p:cNvPr>
          <p:cNvSpPr/>
          <p:nvPr/>
        </p:nvSpPr>
        <p:spPr bwMode="auto">
          <a:xfrm>
            <a:off x="5363101" y="1739882"/>
            <a:ext cx="2851771" cy="265900"/>
          </a:xfrm>
          <a:prstGeom prst="rect">
            <a:avLst/>
          </a:prstGeom>
          <a:gradFill>
            <a:gsLst>
              <a:gs pos="56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zh-CN" altLang="zh-CN" sz="12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全国大学生创新创业实践联盟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631898">
            <a:extLst>
              <a:ext uri="{FF2B5EF4-FFF2-40B4-BE49-F238E27FC236}">
                <a16:creationId xmlns:a16="http://schemas.microsoft.com/office/drawing/2014/main" id="{BA85C120-6653-4BF7-A6E1-DE8780AAF99F}"/>
              </a:ext>
            </a:extLst>
          </p:cNvPr>
          <p:cNvSpPr/>
          <p:nvPr/>
        </p:nvSpPr>
        <p:spPr bwMode="auto">
          <a:xfrm>
            <a:off x="5240453" y="4148361"/>
            <a:ext cx="3327399" cy="365310"/>
          </a:xfrm>
          <a:prstGeom prst="rect">
            <a:avLst/>
          </a:prstGeom>
          <a:gradFill>
            <a:gsLst>
              <a:gs pos="56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/>
            <a:r>
              <a:rPr lang="en-US" altLang="zh-CN" sz="12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Product Hunt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631898">
            <a:extLst>
              <a:ext uri="{FF2B5EF4-FFF2-40B4-BE49-F238E27FC236}">
                <a16:creationId xmlns:a16="http://schemas.microsoft.com/office/drawing/2014/main" id="{D75A216B-4D01-4A5A-B1DF-C8AEAED1DD8A}"/>
              </a:ext>
            </a:extLst>
          </p:cNvPr>
          <p:cNvSpPr/>
          <p:nvPr/>
        </p:nvSpPr>
        <p:spPr bwMode="auto">
          <a:xfrm>
            <a:off x="4908550" y="3638748"/>
            <a:ext cx="3947805" cy="365310"/>
          </a:xfrm>
          <a:prstGeom prst="rect">
            <a:avLst/>
          </a:prstGeom>
          <a:gradFill>
            <a:gsLst>
              <a:gs pos="56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just"/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Venture Labs Investment Competition (formerly Moot Corp) </a:t>
            </a:r>
            <a:endParaRPr lang="zh-CN" altLang="zh-CN" sz="1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CF5D7D-A118-4BFD-A767-4F8F66740E65}"/>
              </a:ext>
            </a:extLst>
          </p:cNvPr>
          <p:cNvSpPr/>
          <p:nvPr/>
        </p:nvSpPr>
        <p:spPr>
          <a:xfrm>
            <a:off x="582558" y="3236144"/>
            <a:ext cx="1043042" cy="75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BB1DB0-CEBE-4288-8C19-06C8496FF982}"/>
              </a:ext>
            </a:extLst>
          </p:cNvPr>
          <p:cNvSpPr txBox="1"/>
          <p:nvPr/>
        </p:nvSpPr>
        <p:spPr>
          <a:xfrm>
            <a:off x="582558" y="4526046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共：缺乏对于想法的保护</a:t>
            </a:r>
          </a:p>
        </p:txBody>
      </p:sp>
    </p:spTree>
  </p:cSld>
  <p:clrMapOvr>
    <a:masterClrMapping/>
  </p:clrMapOvr>
  <p:transition spd="slow" advTm="5461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4465" b="706"/>
          <a:stretch>
            <a:fillRect/>
          </a:stretch>
        </p:blipFill>
        <p:spPr>
          <a:xfrm>
            <a:off x="0" y="0"/>
            <a:ext cx="9144000" cy="56388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049312" y="-950939"/>
            <a:ext cx="7045377" cy="7045377"/>
          </a:xfrm>
          <a:prstGeom prst="ellipse">
            <a:avLst/>
          </a:prstGeom>
          <a:solidFill>
            <a:schemeClr val="bg1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7040" y="-636820"/>
            <a:ext cx="2989921" cy="644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1250" dirty="0">
                <a:blipFill>
                  <a:blip r:embed="rId4"/>
                  <a:stretch>
                    <a:fillRect/>
                  </a:stretch>
                </a:blipFill>
                <a:latin typeface="Impact" panose="020B0806030902050204" pitchFamily="34" charset="0"/>
              </a:rPr>
              <a:t>3</a:t>
            </a:r>
            <a:endParaRPr lang="zh-CN" altLang="en-US" sz="41250" dirty="0">
              <a:blipFill>
                <a:blip r:embed="rId4"/>
                <a:stretch>
                  <a:fillRect/>
                </a:stretch>
              </a:blipFill>
              <a:latin typeface="Impact" panose="020B0806030902050204" pitchFamily="34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275609" y="2051677"/>
            <a:ext cx="4592783" cy="10401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0" name="文本框 9"/>
          <p:cNvSpPr txBox="1"/>
          <p:nvPr/>
        </p:nvSpPr>
        <p:spPr>
          <a:xfrm>
            <a:off x="2352676" y="2170539"/>
            <a:ext cx="4438650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项目发展规划</a:t>
            </a:r>
            <a:endParaRPr lang="zh-CN" altLang="en-US" sz="495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251857" y="-748393"/>
            <a:ext cx="6640286" cy="6640286"/>
          </a:xfrm>
          <a:prstGeom prst="ellipse">
            <a:avLst/>
          </a:prstGeom>
          <a:noFill/>
          <a:ln w="6350">
            <a:solidFill>
              <a:srgbClr val="283C4F">
                <a:alpha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14688" y="4665559"/>
            <a:ext cx="271462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i="1" dirty="0">
                <a:solidFill>
                  <a:schemeClr val="bg1">
                    <a:alpha val="62000"/>
                  </a:schemeClr>
                </a:solidFill>
                <a:latin typeface="+mn-ea"/>
                <a:sym typeface="Arial" panose="020B0604020202020204" pitchFamily="34" charset="0"/>
              </a:rPr>
              <a:t>— THREE — </a:t>
            </a:r>
            <a:endParaRPr lang="zh-CN" altLang="en-US" sz="2700" i="1" dirty="0">
              <a:solidFill>
                <a:schemeClr val="bg1">
                  <a:alpha val="62000"/>
                </a:schemeClr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52675" y="3268535"/>
            <a:ext cx="4438650" cy="195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75" b="1" dirty="0">
                <a:solidFill>
                  <a:schemeClr val="bg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Live cargo financing plan.</a:t>
            </a:r>
            <a:endParaRPr lang="zh-CN" altLang="en-US" sz="675" dirty="0">
              <a:solidFill>
                <a:schemeClr val="bg1">
                  <a:alpha val="78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2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/>
      <p:bldP spid="10" grpId="1"/>
      <p:bldP spid="11" grpId="0" animBg="1"/>
      <p:bldP spid="13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椭圆 51"/>
          <p:cNvSpPr/>
          <p:nvPr/>
        </p:nvSpPr>
        <p:spPr>
          <a:xfrm>
            <a:off x="261071" y="137152"/>
            <a:ext cx="591413" cy="591413"/>
          </a:xfrm>
          <a:prstGeom prst="ellipse">
            <a:avLst/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i="1" dirty="0"/>
              <a:t>4.</a:t>
            </a:r>
            <a:endParaRPr lang="zh-CN" altLang="en-US" sz="3000" b="1" i="1" dirty="0"/>
          </a:p>
        </p:txBody>
      </p:sp>
      <p:sp>
        <p:nvSpPr>
          <p:cNvPr id="53" name="矩形 52"/>
          <p:cNvSpPr/>
          <p:nvPr/>
        </p:nvSpPr>
        <p:spPr>
          <a:xfrm>
            <a:off x="1019162" y="190203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42494D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发展规划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7362" y="156202"/>
            <a:ext cx="8669810" cy="685800"/>
            <a:chOff x="356483" y="208269"/>
            <a:chExt cx="11559746" cy="9144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1233938" y="838378"/>
              <a:ext cx="10682291" cy="0"/>
            </a:xfrm>
            <a:prstGeom prst="line">
              <a:avLst/>
            </a:prstGeom>
            <a:ln>
              <a:solidFill>
                <a:srgbClr val="283C4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弧形 58"/>
            <p:cNvSpPr/>
            <p:nvPr/>
          </p:nvSpPr>
          <p:spPr>
            <a:xfrm>
              <a:off x="356483" y="208269"/>
              <a:ext cx="914400" cy="914400"/>
            </a:xfrm>
            <a:prstGeom prst="arc">
              <a:avLst>
                <a:gd name="adj1" fmla="val 1398446"/>
                <a:gd name="adj2" fmla="val 4703835"/>
              </a:avLst>
            </a:prstGeom>
            <a:ln>
              <a:solidFill>
                <a:srgbClr val="283C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518694" y="1524000"/>
            <a:ext cx="1016794" cy="1639491"/>
            <a:chOff x="3518694" y="1524000"/>
            <a:chExt cx="1016794" cy="1639491"/>
          </a:xfrm>
        </p:grpSpPr>
        <p:sp>
          <p:nvSpPr>
            <p:cNvPr id="9" name="Freeform 9"/>
            <p:cNvSpPr/>
            <p:nvPr/>
          </p:nvSpPr>
          <p:spPr bwMode="auto">
            <a:xfrm>
              <a:off x="3518694" y="1524000"/>
              <a:ext cx="1016794" cy="841772"/>
            </a:xfrm>
            <a:custGeom>
              <a:avLst/>
              <a:gdLst>
                <a:gd name="T0" fmla="*/ 1708 w 1708"/>
                <a:gd name="T1" fmla="*/ 0 h 1413"/>
                <a:gd name="T2" fmla="*/ 1708 w 1708"/>
                <a:gd name="T3" fmla="*/ 897 h 1413"/>
                <a:gd name="T4" fmla="*/ 1073 w 1708"/>
                <a:gd name="T5" fmla="*/ 1413 h 1413"/>
                <a:gd name="T6" fmla="*/ 0 w 1708"/>
                <a:gd name="T7" fmla="*/ 1390 h 1413"/>
                <a:gd name="T8" fmla="*/ 636 w 1708"/>
                <a:gd name="T9" fmla="*/ 871 h 1413"/>
                <a:gd name="T10" fmla="*/ 1708 w 1708"/>
                <a:gd name="T11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1413">
                  <a:moveTo>
                    <a:pt x="1708" y="0"/>
                  </a:moveTo>
                  <a:lnTo>
                    <a:pt x="1708" y="897"/>
                  </a:lnTo>
                  <a:lnTo>
                    <a:pt x="1073" y="1413"/>
                  </a:lnTo>
                  <a:lnTo>
                    <a:pt x="0" y="1390"/>
                  </a:lnTo>
                  <a:lnTo>
                    <a:pt x="636" y="871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10" name="Freeform 10"/>
            <p:cNvSpPr/>
            <p:nvPr/>
          </p:nvSpPr>
          <p:spPr bwMode="auto">
            <a:xfrm>
              <a:off x="3518694" y="2321719"/>
              <a:ext cx="1016794" cy="841772"/>
            </a:xfrm>
            <a:custGeom>
              <a:avLst/>
              <a:gdLst>
                <a:gd name="T0" fmla="*/ 1073 w 1708"/>
                <a:gd name="T1" fmla="*/ 0 h 1413"/>
                <a:gd name="T2" fmla="*/ 1708 w 1708"/>
                <a:gd name="T3" fmla="*/ 517 h 1413"/>
                <a:gd name="T4" fmla="*/ 1708 w 1708"/>
                <a:gd name="T5" fmla="*/ 1413 h 1413"/>
                <a:gd name="T6" fmla="*/ 636 w 1708"/>
                <a:gd name="T7" fmla="*/ 542 h 1413"/>
                <a:gd name="T8" fmla="*/ 0 w 1708"/>
                <a:gd name="T9" fmla="*/ 51 h 1413"/>
                <a:gd name="T10" fmla="*/ 1073 w 1708"/>
                <a:gd name="T11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1413">
                  <a:moveTo>
                    <a:pt x="1073" y="0"/>
                  </a:moveTo>
                  <a:lnTo>
                    <a:pt x="1708" y="517"/>
                  </a:lnTo>
                  <a:lnTo>
                    <a:pt x="1708" y="1413"/>
                  </a:lnTo>
                  <a:lnTo>
                    <a:pt x="636" y="542"/>
                  </a:lnTo>
                  <a:lnTo>
                    <a:pt x="0" y="51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498453" y="2013347"/>
            <a:ext cx="661988" cy="660797"/>
            <a:chOff x="3498453" y="2013347"/>
            <a:chExt cx="661988" cy="660797"/>
          </a:xfrm>
        </p:grpSpPr>
        <p:sp>
          <p:nvSpPr>
            <p:cNvPr id="12" name="Freeform 28"/>
            <p:cNvSpPr/>
            <p:nvPr/>
          </p:nvSpPr>
          <p:spPr bwMode="auto">
            <a:xfrm>
              <a:off x="3498453" y="2013347"/>
              <a:ext cx="661988" cy="660797"/>
            </a:xfrm>
            <a:custGeom>
              <a:avLst/>
              <a:gdLst>
                <a:gd name="T0" fmla="*/ 650 w 1112"/>
                <a:gd name="T1" fmla="*/ 10 h 1110"/>
                <a:gd name="T2" fmla="*/ 704 w 1112"/>
                <a:gd name="T3" fmla="*/ 124 h 1110"/>
                <a:gd name="T4" fmla="*/ 776 w 1112"/>
                <a:gd name="T5" fmla="*/ 45 h 1110"/>
                <a:gd name="T6" fmla="*/ 831 w 1112"/>
                <a:gd name="T7" fmla="*/ 79 h 1110"/>
                <a:gd name="T8" fmla="*/ 924 w 1112"/>
                <a:gd name="T9" fmla="*/ 151 h 1110"/>
                <a:gd name="T10" fmla="*/ 937 w 1112"/>
                <a:gd name="T11" fmla="*/ 151 h 1110"/>
                <a:gd name="T12" fmla="*/ 978 w 1112"/>
                <a:gd name="T13" fmla="*/ 202 h 1110"/>
                <a:gd name="T14" fmla="*/ 1040 w 1112"/>
                <a:gd name="T15" fmla="*/ 301 h 1110"/>
                <a:gd name="T16" fmla="*/ 1054 w 1112"/>
                <a:gd name="T17" fmla="*/ 307 h 1110"/>
                <a:gd name="T18" fmla="*/ 1069 w 1112"/>
                <a:gd name="T19" fmla="*/ 371 h 1110"/>
                <a:gd name="T20" fmla="*/ 1100 w 1112"/>
                <a:gd name="T21" fmla="*/ 483 h 1110"/>
                <a:gd name="T22" fmla="*/ 1112 w 1112"/>
                <a:gd name="T23" fmla="*/ 547 h 1110"/>
                <a:gd name="T24" fmla="*/ 1102 w 1112"/>
                <a:gd name="T25" fmla="*/ 557 h 1110"/>
                <a:gd name="T26" fmla="*/ 1093 w 1112"/>
                <a:gd name="T27" fmla="*/ 673 h 1110"/>
                <a:gd name="T28" fmla="*/ 1081 w 1112"/>
                <a:gd name="T29" fmla="*/ 738 h 1110"/>
                <a:gd name="T30" fmla="*/ 1067 w 1112"/>
                <a:gd name="T31" fmla="*/ 745 h 1110"/>
                <a:gd name="T32" fmla="*/ 1021 w 1112"/>
                <a:gd name="T33" fmla="*/ 850 h 1110"/>
                <a:gd name="T34" fmla="*/ 988 w 1112"/>
                <a:gd name="T35" fmla="*/ 906 h 1110"/>
                <a:gd name="T36" fmla="*/ 972 w 1112"/>
                <a:gd name="T37" fmla="*/ 908 h 1110"/>
                <a:gd name="T38" fmla="*/ 891 w 1112"/>
                <a:gd name="T39" fmla="*/ 992 h 1110"/>
                <a:gd name="T40" fmla="*/ 840 w 1112"/>
                <a:gd name="T41" fmla="*/ 1033 h 1110"/>
                <a:gd name="T42" fmla="*/ 827 w 1112"/>
                <a:gd name="T43" fmla="*/ 1031 h 1110"/>
                <a:gd name="T44" fmla="*/ 722 w 1112"/>
                <a:gd name="T45" fmla="*/ 1075 h 1110"/>
                <a:gd name="T46" fmla="*/ 714 w 1112"/>
                <a:gd name="T47" fmla="*/ 1089 h 1110"/>
                <a:gd name="T48" fmla="*/ 650 w 1112"/>
                <a:gd name="T49" fmla="*/ 1097 h 1110"/>
                <a:gd name="T50" fmla="*/ 563 w 1112"/>
                <a:gd name="T51" fmla="*/ 1011 h 1110"/>
                <a:gd name="T52" fmla="*/ 526 w 1112"/>
                <a:gd name="T53" fmla="*/ 1110 h 1110"/>
                <a:gd name="T54" fmla="*/ 460 w 1112"/>
                <a:gd name="T55" fmla="*/ 1101 h 1110"/>
                <a:gd name="T56" fmla="*/ 406 w 1112"/>
                <a:gd name="T57" fmla="*/ 986 h 1110"/>
                <a:gd name="T58" fmla="*/ 334 w 1112"/>
                <a:gd name="T59" fmla="*/ 1066 h 1110"/>
                <a:gd name="T60" fmla="*/ 279 w 1112"/>
                <a:gd name="T61" fmla="*/ 1031 h 1110"/>
                <a:gd name="T62" fmla="*/ 188 w 1112"/>
                <a:gd name="T63" fmla="*/ 959 h 1110"/>
                <a:gd name="T64" fmla="*/ 173 w 1112"/>
                <a:gd name="T65" fmla="*/ 959 h 1110"/>
                <a:gd name="T66" fmla="*/ 134 w 1112"/>
                <a:gd name="T67" fmla="*/ 908 h 1110"/>
                <a:gd name="T68" fmla="*/ 72 w 1112"/>
                <a:gd name="T69" fmla="*/ 809 h 1110"/>
                <a:gd name="T70" fmla="*/ 58 w 1112"/>
                <a:gd name="T71" fmla="*/ 804 h 1110"/>
                <a:gd name="T72" fmla="*/ 41 w 1112"/>
                <a:gd name="T73" fmla="*/ 739 h 1110"/>
                <a:gd name="T74" fmla="*/ 10 w 1112"/>
                <a:gd name="T75" fmla="*/ 627 h 1110"/>
                <a:gd name="T76" fmla="*/ 0 w 1112"/>
                <a:gd name="T77" fmla="*/ 563 h 1110"/>
                <a:gd name="T78" fmla="*/ 10 w 1112"/>
                <a:gd name="T79" fmla="*/ 553 h 1110"/>
                <a:gd name="T80" fmla="*/ 17 w 1112"/>
                <a:gd name="T81" fmla="*/ 437 h 1110"/>
                <a:gd name="T82" fmla="*/ 31 w 1112"/>
                <a:gd name="T83" fmla="*/ 373 h 1110"/>
                <a:gd name="T84" fmla="*/ 43 w 1112"/>
                <a:gd name="T85" fmla="*/ 365 h 1110"/>
                <a:gd name="T86" fmla="*/ 91 w 1112"/>
                <a:gd name="T87" fmla="*/ 260 h 1110"/>
                <a:gd name="T88" fmla="*/ 124 w 1112"/>
                <a:gd name="T89" fmla="*/ 204 h 1110"/>
                <a:gd name="T90" fmla="*/ 140 w 1112"/>
                <a:gd name="T91" fmla="*/ 202 h 1110"/>
                <a:gd name="T92" fmla="*/ 221 w 1112"/>
                <a:gd name="T93" fmla="*/ 118 h 1110"/>
                <a:gd name="T94" fmla="*/ 270 w 1112"/>
                <a:gd name="T95" fmla="*/ 78 h 1110"/>
                <a:gd name="T96" fmla="*/ 285 w 1112"/>
                <a:gd name="T97" fmla="*/ 81 h 1110"/>
                <a:gd name="T98" fmla="*/ 390 w 1112"/>
                <a:gd name="T99" fmla="*/ 31 h 1110"/>
                <a:gd name="T100" fmla="*/ 450 w 1112"/>
                <a:gd name="T101" fmla="*/ 10 h 1110"/>
                <a:gd name="T102" fmla="*/ 464 w 1112"/>
                <a:gd name="T103" fmla="*/ 17 h 1110"/>
                <a:gd name="T104" fmla="*/ 578 w 1112"/>
                <a:gd name="T105" fmla="*/ 6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2" h="1110">
                  <a:moveTo>
                    <a:pt x="588" y="0"/>
                  </a:moveTo>
                  <a:lnTo>
                    <a:pt x="644" y="6"/>
                  </a:lnTo>
                  <a:lnTo>
                    <a:pt x="648" y="8"/>
                  </a:lnTo>
                  <a:lnTo>
                    <a:pt x="650" y="10"/>
                  </a:lnTo>
                  <a:lnTo>
                    <a:pt x="652" y="13"/>
                  </a:lnTo>
                  <a:lnTo>
                    <a:pt x="652" y="17"/>
                  </a:lnTo>
                  <a:lnTo>
                    <a:pt x="662" y="112"/>
                  </a:lnTo>
                  <a:lnTo>
                    <a:pt x="704" y="124"/>
                  </a:lnTo>
                  <a:lnTo>
                    <a:pt x="763" y="50"/>
                  </a:lnTo>
                  <a:lnTo>
                    <a:pt x="767" y="46"/>
                  </a:lnTo>
                  <a:lnTo>
                    <a:pt x="772" y="45"/>
                  </a:lnTo>
                  <a:lnTo>
                    <a:pt x="776" y="45"/>
                  </a:lnTo>
                  <a:lnTo>
                    <a:pt x="827" y="70"/>
                  </a:lnTo>
                  <a:lnTo>
                    <a:pt x="829" y="72"/>
                  </a:lnTo>
                  <a:lnTo>
                    <a:pt x="831" y="76"/>
                  </a:lnTo>
                  <a:lnTo>
                    <a:pt x="831" y="79"/>
                  </a:lnTo>
                  <a:lnTo>
                    <a:pt x="831" y="83"/>
                  </a:lnTo>
                  <a:lnTo>
                    <a:pt x="807" y="175"/>
                  </a:lnTo>
                  <a:lnTo>
                    <a:pt x="842" y="202"/>
                  </a:lnTo>
                  <a:lnTo>
                    <a:pt x="924" y="151"/>
                  </a:lnTo>
                  <a:lnTo>
                    <a:pt x="928" y="149"/>
                  </a:lnTo>
                  <a:lnTo>
                    <a:pt x="931" y="147"/>
                  </a:lnTo>
                  <a:lnTo>
                    <a:pt x="935" y="149"/>
                  </a:lnTo>
                  <a:lnTo>
                    <a:pt x="937" y="151"/>
                  </a:lnTo>
                  <a:lnTo>
                    <a:pt x="976" y="192"/>
                  </a:lnTo>
                  <a:lnTo>
                    <a:pt x="978" y="194"/>
                  </a:lnTo>
                  <a:lnTo>
                    <a:pt x="978" y="198"/>
                  </a:lnTo>
                  <a:lnTo>
                    <a:pt x="978" y="202"/>
                  </a:lnTo>
                  <a:lnTo>
                    <a:pt x="976" y="206"/>
                  </a:lnTo>
                  <a:lnTo>
                    <a:pt x="922" y="283"/>
                  </a:lnTo>
                  <a:lnTo>
                    <a:pt x="947" y="320"/>
                  </a:lnTo>
                  <a:lnTo>
                    <a:pt x="1040" y="301"/>
                  </a:lnTo>
                  <a:lnTo>
                    <a:pt x="1044" y="301"/>
                  </a:lnTo>
                  <a:lnTo>
                    <a:pt x="1048" y="301"/>
                  </a:lnTo>
                  <a:lnTo>
                    <a:pt x="1050" y="303"/>
                  </a:lnTo>
                  <a:lnTo>
                    <a:pt x="1054" y="307"/>
                  </a:lnTo>
                  <a:lnTo>
                    <a:pt x="1075" y="357"/>
                  </a:lnTo>
                  <a:lnTo>
                    <a:pt x="1075" y="363"/>
                  </a:lnTo>
                  <a:lnTo>
                    <a:pt x="1073" y="367"/>
                  </a:lnTo>
                  <a:lnTo>
                    <a:pt x="1069" y="371"/>
                  </a:lnTo>
                  <a:lnTo>
                    <a:pt x="994" y="425"/>
                  </a:lnTo>
                  <a:lnTo>
                    <a:pt x="1003" y="470"/>
                  </a:lnTo>
                  <a:lnTo>
                    <a:pt x="1096" y="481"/>
                  </a:lnTo>
                  <a:lnTo>
                    <a:pt x="1100" y="483"/>
                  </a:lnTo>
                  <a:lnTo>
                    <a:pt x="1104" y="485"/>
                  </a:lnTo>
                  <a:lnTo>
                    <a:pt x="1106" y="487"/>
                  </a:lnTo>
                  <a:lnTo>
                    <a:pt x="1108" y="491"/>
                  </a:lnTo>
                  <a:lnTo>
                    <a:pt x="1112" y="547"/>
                  </a:lnTo>
                  <a:lnTo>
                    <a:pt x="1110" y="551"/>
                  </a:lnTo>
                  <a:lnTo>
                    <a:pt x="1108" y="553"/>
                  </a:lnTo>
                  <a:lnTo>
                    <a:pt x="1106" y="557"/>
                  </a:lnTo>
                  <a:lnTo>
                    <a:pt x="1102" y="557"/>
                  </a:lnTo>
                  <a:lnTo>
                    <a:pt x="1011" y="582"/>
                  </a:lnTo>
                  <a:lnTo>
                    <a:pt x="1005" y="627"/>
                  </a:lnTo>
                  <a:lnTo>
                    <a:pt x="1089" y="672"/>
                  </a:lnTo>
                  <a:lnTo>
                    <a:pt x="1093" y="673"/>
                  </a:lnTo>
                  <a:lnTo>
                    <a:pt x="1094" y="677"/>
                  </a:lnTo>
                  <a:lnTo>
                    <a:pt x="1096" y="681"/>
                  </a:lnTo>
                  <a:lnTo>
                    <a:pt x="1096" y="685"/>
                  </a:lnTo>
                  <a:lnTo>
                    <a:pt x="1081" y="738"/>
                  </a:lnTo>
                  <a:lnTo>
                    <a:pt x="1079" y="741"/>
                  </a:lnTo>
                  <a:lnTo>
                    <a:pt x="1077" y="743"/>
                  </a:lnTo>
                  <a:lnTo>
                    <a:pt x="1073" y="743"/>
                  </a:lnTo>
                  <a:lnTo>
                    <a:pt x="1067" y="745"/>
                  </a:lnTo>
                  <a:lnTo>
                    <a:pt x="974" y="738"/>
                  </a:lnTo>
                  <a:lnTo>
                    <a:pt x="955" y="776"/>
                  </a:lnTo>
                  <a:lnTo>
                    <a:pt x="1017" y="848"/>
                  </a:lnTo>
                  <a:lnTo>
                    <a:pt x="1021" y="850"/>
                  </a:lnTo>
                  <a:lnTo>
                    <a:pt x="1021" y="854"/>
                  </a:lnTo>
                  <a:lnTo>
                    <a:pt x="1021" y="858"/>
                  </a:lnTo>
                  <a:lnTo>
                    <a:pt x="1019" y="862"/>
                  </a:lnTo>
                  <a:lnTo>
                    <a:pt x="988" y="906"/>
                  </a:lnTo>
                  <a:lnTo>
                    <a:pt x="984" y="908"/>
                  </a:lnTo>
                  <a:lnTo>
                    <a:pt x="980" y="910"/>
                  </a:lnTo>
                  <a:lnTo>
                    <a:pt x="976" y="910"/>
                  </a:lnTo>
                  <a:lnTo>
                    <a:pt x="972" y="908"/>
                  </a:lnTo>
                  <a:lnTo>
                    <a:pt x="887" y="870"/>
                  </a:lnTo>
                  <a:lnTo>
                    <a:pt x="854" y="901"/>
                  </a:lnTo>
                  <a:lnTo>
                    <a:pt x="891" y="988"/>
                  </a:lnTo>
                  <a:lnTo>
                    <a:pt x="891" y="992"/>
                  </a:lnTo>
                  <a:lnTo>
                    <a:pt x="891" y="996"/>
                  </a:lnTo>
                  <a:lnTo>
                    <a:pt x="889" y="1000"/>
                  </a:lnTo>
                  <a:lnTo>
                    <a:pt x="887" y="1002"/>
                  </a:lnTo>
                  <a:lnTo>
                    <a:pt x="840" y="1033"/>
                  </a:lnTo>
                  <a:lnTo>
                    <a:pt x="836" y="1035"/>
                  </a:lnTo>
                  <a:lnTo>
                    <a:pt x="834" y="1035"/>
                  </a:lnTo>
                  <a:lnTo>
                    <a:pt x="831" y="1033"/>
                  </a:lnTo>
                  <a:lnTo>
                    <a:pt x="827" y="1031"/>
                  </a:lnTo>
                  <a:lnTo>
                    <a:pt x="759" y="963"/>
                  </a:lnTo>
                  <a:lnTo>
                    <a:pt x="739" y="972"/>
                  </a:lnTo>
                  <a:lnTo>
                    <a:pt x="718" y="982"/>
                  </a:lnTo>
                  <a:lnTo>
                    <a:pt x="722" y="1075"/>
                  </a:lnTo>
                  <a:lnTo>
                    <a:pt x="722" y="1081"/>
                  </a:lnTo>
                  <a:lnTo>
                    <a:pt x="720" y="1083"/>
                  </a:lnTo>
                  <a:lnTo>
                    <a:pt x="718" y="1087"/>
                  </a:lnTo>
                  <a:lnTo>
                    <a:pt x="714" y="1089"/>
                  </a:lnTo>
                  <a:lnTo>
                    <a:pt x="660" y="1102"/>
                  </a:lnTo>
                  <a:lnTo>
                    <a:pt x="656" y="1102"/>
                  </a:lnTo>
                  <a:lnTo>
                    <a:pt x="652" y="1101"/>
                  </a:lnTo>
                  <a:lnTo>
                    <a:pt x="650" y="1097"/>
                  </a:lnTo>
                  <a:lnTo>
                    <a:pt x="648" y="1095"/>
                  </a:lnTo>
                  <a:lnTo>
                    <a:pt x="607" y="1009"/>
                  </a:lnTo>
                  <a:lnTo>
                    <a:pt x="584" y="1011"/>
                  </a:lnTo>
                  <a:lnTo>
                    <a:pt x="563" y="1011"/>
                  </a:lnTo>
                  <a:lnTo>
                    <a:pt x="534" y="1101"/>
                  </a:lnTo>
                  <a:lnTo>
                    <a:pt x="532" y="1104"/>
                  </a:lnTo>
                  <a:lnTo>
                    <a:pt x="530" y="1108"/>
                  </a:lnTo>
                  <a:lnTo>
                    <a:pt x="526" y="1110"/>
                  </a:lnTo>
                  <a:lnTo>
                    <a:pt x="522" y="1110"/>
                  </a:lnTo>
                  <a:lnTo>
                    <a:pt x="468" y="1104"/>
                  </a:lnTo>
                  <a:lnTo>
                    <a:pt x="464" y="1102"/>
                  </a:lnTo>
                  <a:lnTo>
                    <a:pt x="460" y="1101"/>
                  </a:lnTo>
                  <a:lnTo>
                    <a:pt x="460" y="1097"/>
                  </a:lnTo>
                  <a:lnTo>
                    <a:pt x="458" y="1093"/>
                  </a:lnTo>
                  <a:lnTo>
                    <a:pt x="448" y="1000"/>
                  </a:lnTo>
                  <a:lnTo>
                    <a:pt x="406" y="986"/>
                  </a:lnTo>
                  <a:lnTo>
                    <a:pt x="347" y="1062"/>
                  </a:lnTo>
                  <a:lnTo>
                    <a:pt x="343" y="1066"/>
                  </a:lnTo>
                  <a:lnTo>
                    <a:pt x="340" y="1066"/>
                  </a:lnTo>
                  <a:lnTo>
                    <a:pt x="334" y="1066"/>
                  </a:lnTo>
                  <a:lnTo>
                    <a:pt x="285" y="1040"/>
                  </a:lnTo>
                  <a:lnTo>
                    <a:pt x="281" y="1038"/>
                  </a:lnTo>
                  <a:lnTo>
                    <a:pt x="279" y="1035"/>
                  </a:lnTo>
                  <a:lnTo>
                    <a:pt x="279" y="1031"/>
                  </a:lnTo>
                  <a:lnTo>
                    <a:pt x="279" y="1027"/>
                  </a:lnTo>
                  <a:lnTo>
                    <a:pt x="305" y="936"/>
                  </a:lnTo>
                  <a:lnTo>
                    <a:pt x="268" y="908"/>
                  </a:lnTo>
                  <a:lnTo>
                    <a:pt x="188" y="959"/>
                  </a:lnTo>
                  <a:lnTo>
                    <a:pt x="184" y="961"/>
                  </a:lnTo>
                  <a:lnTo>
                    <a:pt x="180" y="963"/>
                  </a:lnTo>
                  <a:lnTo>
                    <a:pt x="177" y="961"/>
                  </a:lnTo>
                  <a:lnTo>
                    <a:pt x="173" y="959"/>
                  </a:lnTo>
                  <a:lnTo>
                    <a:pt x="136" y="918"/>
                  </a:lnTo>
                  <a:lnTo>
                    <a:pt x="132" y="916"/>
                  </a:lnTo>
                  <a:lnTo>
                    <a:pt x="132" y="912"/>
                  </a:lnTo>
                  <a:lnTo>
                    <a:pt x="134" y="908"/>
                  </a:lnTo>
                  <a:lnTo>
                    <a:pt x="136" y="904"/>
                  </a:lnTo>
                  <a:lnTo>
                    <a:pt x="188" y="827"/>
                  </a:lnTo>
                  <a:lnTo>
                    <a:pt x="165" y="790"/>
                  </a:lnTo>
                  <a:lnTo>
                    <a:pt x="72" y="809"/>
                  </a:lnTo>
                  <a:lnTo>
                    <a:pt x="68" y="809"/>
                  </a:lnTo>
                  <a:lnTo>
                    <a:pt x="64" y="809"/>
                  </a:lnTo>
                  <a:lnTo>
                    <a:pt x="60" y="807"/>
                  </a:lnTo>
                  <a:lnTo>
                    <a:pt x="58" y="804"/>
                  </a:lnTo>
                  <a:lnTo>
                    <a:pt x="37" y="753"/>
                  </a:lnTo>
                  <a:lnTo>
                    <a:pt x="35" y="747"/>
                  </a:lnTo>
                  <a:lnTo>
                    <a:pt x="37" y="743"/>
                  </a:lnTo>
                  <a:lnTo>
                    <a:pt x="41" y="739"/>
                  </a:lnTo>
                  <a:lnTo>
                    <a:pt x="118" y="685"/>
                  </a:lnTo>
                  <a:lnTo>
                    <a:pt x="109" y="640"/>
                  </a:lnTo>
                  <a:lnTo>
                    <a:pt x="14" y="629"/>
                  </a:lnTo>
                  <a:lnTo>
                    <a:pt x="10" y="627"/>
                  </a:lnTo>
                  <a:lnTo>
                    <a:pt x="6" y="625"/>
                  </a:lnTo>
                  <a:lnTo>
                    <a:pt x="4" y="623"/>
                  </a:lnTo>
                  <a:lnTo>
                    <a:pt x="4" y="619"/>
                  </a:lnTo>
                  <a:lnTo>
                    <a:pt x="0" y="563"/>
                  </a:lnTo>
                  <a:lnTo>
                    <a:pt x="0" y="559"/>
                  </a:lnTo>
                  <a:lnTo>
                    <a:pt x="2" y="557"/>
                  </a:lnTo>
                  <a:lnTo>
                    <a:pt x="6" y="553"/>
                  </a:lnTo>
                  <a:lnTo>
                    <a:pt x="10" y="553"/>
                  </a:lnTo>
                  <a:lnTo>
                    <a:pt x="101" y="528"/>
                  </a:lnTo>
                  <a:lnTo>
                    <a:pt x="105" y="483"/>
                  </a:lnTo>
                  <a:lnTo>
                    <a:pt x="21" y="439"/>
                  </a:lnTo>
                  <a:lnTo>
                    <a:pt x="17" y="437"/>
                  </a:lnTo>
                  <a:lnTo>
                    <a:pt x="16" y="433"/>
                  </a:lnTo>
                  <a:lnTo>
                    <a:pt x="14" y="429"/>
                  </a:lnTo>
                  <a:lnTo>
                    <a:pt x="16" y="425"/>
                  </a:lnTo>
                  <a:lnTo>
                    <a:pt x="31" y="373"/>
                  </a:lnTo>
                  <a:lnTo>
                    <a:pt x="33" y="369"/>
                  </a:lnTo>
                  <a:lnTo>
                    <a:pt x="35" y="367"/>
                  </a:lnTo>
                  <a:lnTo>
                    <a:pt x="39" y="367"/>
                  </a:lnTo>
                  <a:lnTo>
                    <a:pt x="43" y="365"/>
                  </a:lnTo>
                  <a:lnTo>
                    <a:pt x="138" y="373"/>
                  </a:lnTo>
                  <a:lnTo>
                    <a:pt x="157" y="334"/>
                  </a:lnTo>
                  <a:lnTo>
                    <a:pt x="93" y="262"/>
                  </a:lnTo>
                  <a:lnTo>
                    <a:pt x="91" y="260"/>
                  </a:lnTo>
                  <a:lnTo>
                    <a:pt x="89" y="256"/>
                  </a:lnTo>
                  <a:lnTo>
                    <a:pt x="89" y="252"/>
                  </a:lnTo>
                  <a:lnTo>
                    <a:pt x="91" y="248"/>
                  </a:lnTo>
                  <a:lnTo>
                    <a:pt x="124" y="204"/>
                  </a:lnTo>
                  <a:lnTo>
                    <a:pt x="128" y="202"/>
                  </a:lnTo>
                  <a:lnTo>
                    <a:pt x="130" y="200"/>
                  </a:lnTo>
                  <a:lnTo>
                    <a:pt x="136" y="200"/>
                  </a:lnTo>
                  <a:lnTo>
                    <a:pt x="140" y="202"/>
                  </a:lnTo>
                  <a:lnTo>
                    <a:pt x="225" y="241"/>
                  </a:lnTo>
                  <a:lnTo>
                    <a:pt x="258" y="210"/>
                  </a:lnTo>
                  <a:lnTo>
                    <a:pt x="221" y="122"/>
                  </a:lnTo>
                  <a:lnTo>
                    <a:pt x="221" y="118"/>
                  </a:lnTo>
                  <a:lnTo>
                    <a:pt x="221" y="114"/>
                  </a:lnTo>
                  <a:lnTo>
                    <a:pt x="221" y="111"/>
                  </a:lnTo>
                  <a:lnTo>
                    <a:pt x="225" y="109"/>
                  </a:lnTo>
                  <a:lnTo>
                    <a:pt x="270" y="78"/>
                  </a:lnTo>
                  <a:lnTo>
                    <a:pt x="274" y="76"/>
                  </a:lnTo>
                  <a:lnTo>
                    <a:pt x="278" y="76"/>
                  </a:lnTo>
                  <a:lnTo>
                    <a:pt x="281" y="78"/>
                  </a:lnTo>
                  <a:lnTo>
                    <a:pt x="285" y="81"/>
                  </a:lnTo>
                  <a:lnTo>
                    <a:pt x="351" y="147"/>
                  </a:lnTo>
                  <a:lnTo>
                    <a:pt x="394" y="130"/>
                  </a:lnTo>
                  <a:lnTo>
                    <a:pt x="390" y="35"/>
                  </a:lnTo>
                  <a:lnTo>
                    <a:pt x="390" y="31"/>
                  </a:lnTo>
                  <a:lnTo>
                    <a:pt x="392" y="27"/>
                  </a:lnTo>
                  <a:lnTo>
                    <a:pt x="394" y="23"/>
                  </a:lnTo>
                  <a:lnTo>
                    <a:pt x="398" y="21"/>
                  </a:lnTo>
                  <a:lnTo>
                    <a:pt x="450" y="10"/>
                  </a:lnTo>
                  <a:lnTo>
                    <a:pt x="454" y="10"/>
                  </a:lnTo>
                  <a:lnTo>
                    <a:pt x="458" y="10"/>
                  </a:lnTo>
                  <a:lnTo>
                    <a:pt x="460" y="13"/>
                  </a:lnTo>
                  <a:lnTo>
                    <a:pt x="464" y="17"/>
                  </a:lnTo>
                  <a:lnTo>
                    <a:pt x="503" y="103"/>
                  </a:lnTo>
                  <a:lnTo>
                    <a:pt x="547" y="99"/>
                  </a:lnTo>
                  <a:lnTo>
                    <a:pt x="576" y="10"/>
                  </a:lnTo>
                  <a:lnTo>
                    <a:pt x="578" y="6"/>
                  </a:lnTo>
                  <a:lnTo>
                    <a:pt x="582" y="2"/>
                  </a:lnTo>
                  <a:lnTo>
                    <a:pt x="584" y="0"/>
                  </a:lnTo>
                  <a:lnTo>
                    <a:pt x="588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3607991" y="2122885"/>
              <a:ext cx="441722" cy="441722"/>
            </a:xfrm>
            <a:custGeom>
              <a:avLst/>
              <a:gdLst>
                <a:gd name="T0" fmla="*/ 344 w 742"/>
                <a:gd name="T1" fmla="*/ 0 h 742"/>
                <a:gd name="T2" fmla="*/ 402 w 742"/>
                <a:gd name="T3" fmla="*/ 0 h 742"/>
                <a:gd name="T4" fmla="*/ 458 w 742"/>
                <a:gd name="T5" fmla="*/ 10 h 742"/>
                <a:gd name="T6" fmla="*/ 513 w 742"/>
                <a:gd name="T7" fmla="*/ 27 h 742"/>
                <a:gd name="T8" fmla="*/ 565 w 742"/>
                <a:gd name="T9" fmla="*/ 55 h 742"/>
                <a:gd name="T10" fmla="*/ 612 w 742"/>
                <a:gd name="T11" fmla="*/ 88 h 742"/>
                <a:gd name="T12" fmla="*/ 652 w 742"/>
                <a:gd name="T13" fmla="*/ 126 h 742"/>
                <a:gd name="T14" fmla="*/ 685 w 742"/>
                <a:gd name="T15" fmla="*/ 173 h 742"/>
                <a:gd name="T16" fmla="*/ 713 w 742"/>
                <a:gd name="T17" fmla="*/ 225 h 742"/>
                <a:gd name="T18" fmla="*/ 732 w 742"/>
                <a:gd name="T19" fmla="*/ 284 h 742"/>
                <a:gd name="T20" fmla="*/ 742 w 742"/>
                <a:gd name="T21" fmla="*/ 342 h 742"/>
                <a:gd name="T22" fmla="*/ 742 w 742"/>
                <a:gd name="T23" fmla="*/ 402 h 742"/>
                <a:gd name="T24" fmla="*/ 732 w 742"/>
                <a:gd name="T25" fmla="*/ 458 h 742"/>
                <a:gd name="T26" fmla="*/ 714 w 742"/>
                <a:gd name="T27" fmla="*/ 513 h 742"/>
                <a:gd name="T28" fmla="*/ 689 w 742"/>
                <a:gd name="T29" fmla="*/ 565 h 742"/>
                <a:gd name="T30" fmla="*/ 656 w 742"/>
                <a:gd name="T31" fmla="*/ 610 h 742"/>
                <a:gd name="T32" fmla="*/ 616 w 742"/>
                <a:gd name="T33" fmla="*/ 651 h 742"/>
                <a:gd name="T34" fmla="*/ 569 w 742"/>
                <a:gd name="T35" fmla="*/ 686 h 742"/>
                <a:gd name="T36" fmla="*/ 517 w 742"/>
                <a:gd name="T37" fmla="*/ 713 h 742"/>
                <a:gd name="T38" fmla="*/ 460 w 742"/>
                <a:gd name="T39" fmla="*/ 732 h 742"/>
                <a:gd name="T40" fmla="*/ 400 w 742"/>
                <a:gd name="T41" fmla="*/ 742 h 742"/>
                <a:gd name="T42" fmla="*/ 342 w 742"/>
                <a:gd name="T43" fmla="*/ 742 h 742"/>
                <a:gd name="T44" fmla="*/ 284 w 742"/>
                <a:gd name="T45" fmla="*/ 732 h 742"/>
                <a:gd name="T46" fmla="*/ 229 w 742"/>
                <a:gd name="T47" fmla="*/ 715 h 742"/>
                <a:gd name="T48" fmla="*/ 179 w 742"/>
                <a:gd name="T49" fmla="*/ 689 h 742"/>
                <a:gd name="T50" fmla="*/ 132 w 742"/>
                <a:gd name="T51" fmla="*/ 656 h 742"/>
                <a:gd name="T52" fmla="*/ 92 w 742"/>
                <a:gd name="T53" fmla="*/ 616 h 742"/>
                <a:gd name="T54" fmla="*/ 57 w 742"/>
                <a:gd name="T55" fmla="*/ 569 h 742"/>
                <a:gd name="T56" fmla="*/ 29 w 742"/>
                <a:gd name="T57" fmla="*/ 517 h 742"/>
                <a:gd name="T58" fmla="*/ 10 w 742"/>
                <a:gd name="T59" fmla="*/ 460 h 742"/>
                <a:gd name="T60" fmla="*/ 0 w 742"/>
                <a:gd name="T61" fmla="*/ 400 h 742"/>
                <a:gd name="T62" fmla="*/ 0 w 742"/>
                <a:gd name="T63" fmla="*/ 340 h 742"/>
                <a:gd name="T64" fmla="*/ 10 w 742"/>
                <a:gd name="T65" fmla="*/ 284 h 742"/>
                <a:gd name="T66" fmla="*/ 28 w 742"/>
                <a:gd name="T67" fmla="*/ 229 h 742"/>
                <a:gd name="T68" fmla="*/ 55 w 742"/>
                <a:gd name="T69" fmla="*/ 179 h 742"/>
                <a:gd name="T70" fmla="*/ 88 w 742"/>
                <a:gd name="T71" fmla="*/ 132 h 742"/>
                <a:gd name="T72" fmla="*/ 126 w 742"/>
                <a:gd name="T73" fmla="*/ 92 h 742"/>
                <a:gd name="T74" fmla="*/ 173 w 742"/>
                <a:gd name="T75" fmla="*/ 57 h 742"/>
                <a:gd name="T76" fmla="*/ 225 w 742"/>
                <a:gd name="T77" fmla="*/ 29 h 742"/>
                <a:gd name="T78" fmla="*/ 284 w 742"/>
                <a:gd name="T79" fmla="*/ 10 h 742"/>
                <a:gd name="T80" fmla="*/ 344 w 742"/>
                <a:gd name="T81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42" h="742">
                  <a:moveTo>
                    <a:pt x="344" y="0"/>
                  </a:moveTo>
                  <a:lnTo>
                    <a:pt x="402" y="0"/>
                  </a:lnTo>
                  <a:lnTo>
                    <a:pt x="458" y="10"/>
                  </a:lnTo>
                  <a:lnTo>
                    <a:pt x="513" y="27"/>
                  </a:lnTo>
                  <a:lnTo>
                    <a:pt x="565" y="55"/>
                  </a:lnTo>
                  <a:lnTo>
                    <a:pt x="612" y="88"/>
                  </a:lnTo>
                  <a:lnTo>
                    <a:pt x="652" y="126"/>
                  </a:lnTo>
                  <a:lnTo>
                    <a:pt x="685" y="173"/>
                  </a:lnTo>
                  <a:lnTo>
                    <a:pt x="713" y="225"/>
                  </a:lnTo>
                  <a:lnTo>
                    <a:pt x="732" y="284"/>
                  </a:lnTo>
                  <a:lnTo>
                    <a:pt x="742" y="342"/>
                  </a:lnTo>
                  <a:lnTo>
                    <a:pt x="742" y="402"/>
                  </a:lnTo>
                  <a:lnTo>
                    <a:pt x="732" y="458"/>
                  </a:lnTo>
                  <a:lnTo>
                    <a:pt x="714" y="513"/>
                  </a:lnTo>
                  <a:lnTo>
                    <a:pt x="689" y="565"/>
                  </a:lnTo>
                  <a:lnTo>
                    <a:pt x="656" y="610"/>
                  </a:lnTo>
                  <a:lnTo>
                    <a:pt x="616" y="651"/>
                  </a:lnTo>
                  <a:lnTo>
                    <a:pt x="569" y="686"/>
                  </a:lnTo>
                  <a:lnTo>
                    <a:pt x="517" y="713"/>
                  </a:lnTo>
                  <a:lnTo>
                    <a:pt x="460" y="732"/>
                  </a:lnTo>
                  <a:lnTo>
                    <a:pt x="400" y="742"/>
                  </a:lnTo>
                  <a:lnTo>
                    <a:pt x="342" y="742"/>
                  </a:lnTo>
                  <a:lnTo>
                    <a:pt x="284" y="732"/>
                  </a:lnTo>
                  <a:lnTo>
                    <a:pt x="229" y="715"/>
                  </a:lnTo>
                  <a:lnTo>
                    <a:pt x="179" y="689"/>
                  </a:lnTo>
                  <a:lnTo>
                    <a:pt x="132" y="656"/>
                  </a:lnTo>
                  <a:lnTo>
                    <a:pt x="92" y="616"/>
                  </a:lnTo>
                  <a:lnTo>
                    <a:pt x="57" y="569"/>
                  </a:lnTo>
                  <a:lnTo>
                    <a:pt x="29" y="517"/>
                  </a:lnTo>
                  <a:lnTo>
                    <a:pt x="10" y="460"/>
                  </a:lnTo>
                  <a:lnTo>
                    <a:pt x="0" y="400"/>
                  </a:lnTo>
                  <a:lnTo>
                    <a:pt x="0" y="340"/>
                  </a:lnTo>
                  <a:lnTo>
                    <a:pt x="10" y="284"/>
                  </a:lnTo>
                  <a:lnTo>
                    <a:pt x="28" y="229"/>
                  </a:lnTo>
                  <a:lnTo>
                    <a:pt x="55" y="179"/>
                  </a:lnTo>
                  <a:lnTo>
                    <a:pt x="88" y="132"/>
                  </a:lnTo>
                  <a:lnTo>
                    <a:pt x="126" y="92"/>
                  </a:lnTo>
                  <a:lnTo>
                    <a:pt x="173" y="57"/>
                  </a:lnTo>
                  <a:lnTo>
                    <a:pt x="225" y="29"/>
                  </a:lnTo>
                  <a:lnTo>
                    <a:pt x="284" y="10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3634184" y="2147888"/>
              <a:ext cx="389335" cy="391716"/>
            </a:xfrm>
            <a:custGeom>
              <a:avLst/>
              <a:gdLst>
                <a:gd name="T0" fmla="*/ 353 w 656"/>
                <a:gd name="T1" fmla="*/ 0 h 656"/>
                <a:gd name="T2" fmla="*/ 404 w 656"/>
                <a:gd name="T3" fmla="*/ 8 h 656"/>
                <a:gd name="T4" fmla="*/ 452 w 656"/>
                <a:gd name="T5" fmla="*/ 23 h 656"/>
                <a:gd name="T6" fmla="*/ 499 w 656"/>
                <a:gd name="T7" fmla="*/ 47 h 656"/>
                <a:gd name="T8" fmla="*/ 540 w 656"/>
                <a:gd name="T9" fmla="*/ 76 h 656"/>
                <a:gd name="T10" fmla="*/ 576 w 656"/>
                <a:gd name="T11" fmla="*/ 111 h 656"/>
                <a:gd name="T12" fmla="*/ 607 w 656"/>
                <a:gd name="T13" fmla="*/ 153 h 656"/>
                <a:gd name="T14" fmla="*/ 631 w 656"/>
                <a:gd name="T15" fmla="*/ 200 h 656"/>
                <a:gd name="T16" fmla="*/ 648 w 656"/>
                <a:gd name="T17" fmla="*/ 250 h 656"/>
                <a:gd name="T18" fmla="*/ 656 w 656"/>
                <a:gd name="T19" fmla="*/ 301 h 656"/>
                <a:gd name="T20" fmla="*/ 656 w 656"/>
                <a:gd name="T21" fmla="*/ 353 h 656"/>
                <a:gd name="T22" fmla="*/ 646 w 656"/>
                <a:gd name="T23" fmla="*/ 404 h 656"/>
                <a:gd name="T24" fmla="*/ 631 w 656"/>
                <a:gd name="T25" fmla="*/ 452 h 656"/>
                <a:gd name="T26" fmla="*/ 607 w 656"/>
                <a:gd name="T27" fmla="*/ 497 h 656"/>
                <a:gd name="T28" fmla="*/ 578 w 656"/>
                <a:gd name="T29" fmla="*/ 538 h 656"/>
                <a:gd name="T30" fmla="*/ 543 w 656"/>
                <a:gd name="T31" fmla="*/ 575 h 656"/>
                <a:gd name="T32" fmla="*/ 503 w 656"/>
                <a:gd name="T33" fmla="*/ 606 h 656"/>
                <a:gd name="T34" fmla="*/ 456 w 656"/>
                <a:gd name="T35" fmla="*/ 631 h 656"/>
                <a:gd name="T36" fmla="*/ 406 w 656"/>
                <a:gd name="T37" fmla="*/ 648 h 656"/>
                <a:gd name="T38" fmla="*/ 347 w 656"/>
                <a:gd name="T39" fmla="*/ 656 h 656"/>
                <a:gd name="T40" fmla="*/ 289 w 656"/>
                <a:gd name="T41" fmla="*/ 654 h 656"/>
                <a:gd name="T42" fmla="*/ 235 w 656"/>
                <a:gd name="T43" fmla="*/ 644 h 656"/>
                <a:gd name="T44" fmla="*/ 182 w 656"/>
                <a:gd name="T45" fmla="*/ 623 h 656"/>
                <a:gd name="T46" fmla="*/ 134 w 656"/>
                <a:gd name="T47" fmla="*/ 594 h 656"/>
                <a:gd name="T48" fmla="*/ 91 w 656"/>
                <a:gd name="T49" fmla="*/ 557 h 656"/>
                <a:gd name="T50" fmla="*/ 56 w 656"/>
                <a:gd name="T51" fmla="*/ 512 h 656"/>
                <a:gd name="T52" fmla="*/ 29 w 656"/>
                <a:gd name="T53" fmla="*/ 462 h 656"/>
                <a:gd name="T54" fmla="*/ 10 w 656"/>
                <a:gd name="T55" fmla="*/ 406 h 656"/>
                <a:gd name="T56" fmla="*/ 0 w 656"/>
                <a:gd name="T57" fmla="*/ 347 h 656"/>
                <a:gd name="T58" fmla="*/ 2 w 656"/>
                <a:gd name="T59" fmla="*/ 291 h 656"/>
                <a:gd name="T60" fmla="*/ 14 w 656"/>
                <a:gd name="T61" fmla="*/ 235 h 656"/>
                <a:gd name="T62" fmla="*/ 33 w 656"/>
                <a:gd name="T63" fmla="*/ 184 h 656"/>
                <a:gd name="T64" fmla="*/ 62 w 656"/>
                <a:gd name="T65" fmla="*/ 136 h 656"/>
                <a:gd name="T66" fmla="*/ 99 w 656"/>
                <a:gd name="T67" fmla="*/ 93 h 656"/>
                <a:gd name="T68" fmla="*/ 142 w 656"/>
                <a:gd name="T69" fmla="*/ 58 h 656"/>
                <a:gd name="T70" fmla="*/ 192 w 656"/>
                <a:gd name="T71" fmla="*/ 29 h 656"/>
                <a:gd name="T72" fmla="*/ 247 w 656"/>
                <a:gd name="T73" fmla="*/ 10 h 656"/>
                <a:gd name="T74" fmla="*/ 301 w 656"/>
                <a:gd name="T75" fmla="*/ 0 h 656"/>
                <a:gd name="T76" fmla="*/ 353 w 656"/>
                <a:gd name="T77" fmla="*/ 0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56" h="656">
                  <a:moveTo>
                    <a:pt x="353" y="0"/>
                  </a:moveTo>
                  <a:lnTo>
                    <a:pt x="404" y="8"/>
                  </a:lnTo>
                  <a:lnTo>
                    <a:pt x="452" y="23"/>
                  </a:lnTo>
                  <a:lnTo>
                    <a:pt x="499" y="47"/>
                  </a:lnTo>
                  <a:lnTo>
                    <a:pt x="540" y="76"/>
                  </a:lnTo>
                  <a:lnTo>
                    <a:pt x="576" y="111"/>
                  </a:lnTo>
                  <a:lnTo>
                    <a:pt x="607" y="153"/>
                  </a:lnTo>
                  <a:lnTo>
                    <a:pt x="631" y="200"/>
                  </a:lnTo>
                  <a:lnTo>
                    <a:pt x="648" y="250"/>
                  </a:lnTo>
                  <a:lnTo>
                    <a:pt x="656" y="301"/>
                  </a:lnTo>
                  <a:lnTo>
                    <a:pt x="656" y="353"/>
                  </a:lnTo>
                  <a:lnTo>
                    <a:pt x="646" y="404"/>
                  </a:lnTo>
                  <a:lnTo>
                    <a:pt x="631" y="452"/>
                  </a:lnTo>
                  <a:lnTo>
                    <a:pt x="607" y="497"/>
                  </a:lnTo>
                  <a:lnTo>
                    <a:pt x="578" y="538"/>
                  </a:lnTo>
                  <a:lnTo>
                    <a:pt x="543" y="575"/>
                  </a:lnTo>
                  <a:lnTo>
                    <a:pt x="503" y="606"/>
                  </a:lnTo>
                  <a:lnTo>
                    <a:pt x="456" y="631"/>
                  </a:lnTo>
                  <a:lnTo>
                    <a:pt x="406" y="648"/>
                  </a:lnTo>
                  <a:lnTo>
                    <a:pt x="347" y="656"/>
                  </a:lnTo>
                  <a:lnTo>
                    <a:pt x="289" y="654"/>
                  </a:lnTo>
                  <a:lnTo>
                    <a:pt x="235" y="644"/>
                  </a:lnTo>
                  <a:lnTo>
                    <a:pt x="182" y="623"/>
                  </a:lnTo>
                  <a:lnTo>
                    <a:pt x="134" y="594"/>
                  </a:lnTo>
                  <a:lnTo>
                    <a:pt x="91" y="557"/>
                  </a:lnTo>
                  <a:lnTo>
                    <a:pt x="56" y="512"/>
                  </a:lnTo>
                  <a:lnTo>
                    <a:pt x="29" y="462"/>
                  </a:lnTo>
                  <a:lnTo>
                    <a:pt x="10" y="406"/>
                  </a:lnTo>
                  <a:lnTo>
                    <a:pt x="0" y="347"/>
                  </a:lnTo>
                  <a:lnTo>
                    <a:pt x="2" y="291"/>
                  </a:lnTo>
                  <a:lnTo>
                    <a:pt x="14" y="235"/>
                  </a:lnTo>
                  <a:lnTo>
                    <a:pt x="33" y="184"/>
                  </a:lnTo>
                  <a:lnTo>
                    <a:pt x="62" y="136"/>
                  </a:lnTo>
                  <a:lnTo>
                    <a:pt x="99" y="93"/>
                  </a:lnTo>
                  <a:lnTo>
                    <a:pt x="142" y="58"/>
                  </a:lnTo>
                  <a:lnTo>
                    <a:pt x="192" y="29"/>
                  </a:lnTo>
                  <a:lnTo>
                    <a:pt x="247" y="10"/>
                  </a:lnTo>
                  <a:lnTo>
                    <a:pt x="301" y="0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rPr>
                <a:t>2</a:t>
              </a:r>
              <a:endParaRPr lang="zh-CN" altLang="en-US" sz="2000" b="1" kern="0" dirty="0">
                <a:solidFill>
                  <a:schemeClr val="bg1"/>
                </a:solidFill>
                <a:latin typeface="+mn-ea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535488" y="979471"/>
            <a:ext cx="1015604" cy="1639490"/>
            <a:chOff x="4535488" y="979471"/>
            <a:chExt cx="1015604" cy="1639490"/>
          </a:xfrm>
        </p:grpSpPr>
        <p:sp>
          <p:nvSpPr>
            <p:cNvPr id="22" name="Freeform 17"/>
            <p:cNvSpPr/>
            <p:nvPr/>
          </p:nvSpPr>
          <p:spPr bwMode="auto">
            <a:xfrm>
              <a:off x="4535488" y="979471"/>
              <a:ext cx="1015604" cy="841772"/>
            </a:xfrm>
            <a:custGeom>
              <a:avLst/>
              <a:gdLst>
                <a:gd name="T0" fmla="*/ 0 w 1705"/>
                <a:gd name="T1" fmla="*/ 0 h 1413"/>
                <a:gd name="T2" fmla="*/ 1071 w 1705"/>
                <a:gd name="T3" fmla="*/ 872 h 1413"/>
                <a:gd name="T4" fmla="*/ 1705 w 1705"/>
                <a:gd name="T5" fmla="*/ 1390 h 1413"/>
                <a:gd name="T6" fmla="*/ 634 w 1705"/>
                <a:gd name="T7" fmla="*/ 1413 h 1413"/>
                <a:gd name="T8" fmla="*/ 0 w 1705"/>
                <a:gd name="T9" fmla="*/ 897 h 1413"/>
                <a:gd name="T10" fmla="*/ 0 w 1705"/>
                <a:gd name="T11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5" h="1413">
                  <a:moveTo>
                    <a:pt x="0" y="0"/>
                  </a:moveTo>
                  <a:lnTo>
                    <a:pt x="1071" y="872"/>
                  </a:lnTo>
                  <a:lnTo>
                    <a:pt x="1705" y="1390"/>
                  </a:lnTo>
                  <a:lnTo>
                    <a:pt x="634" y="1413"/>
                  </a:lnTo>
                  <a:lnTo>
                    <a:pt x="0" y="8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23" name="Freeform 18"/>
            <p:cNvSpPr/>
            <p:nvPr/>
          </p:nvSpPr>
          <p:spPr bwMode="auto">
            <a:xfrm>
              <a:off x="4535488" y="1778380"/>
              <a:ext cx="1015604" cy="840581"/>
            </a:xfrm>
            <a:custGeom>
              <a:avLst/>
              <a:gdLst>
                <a:gd name="T0" fmla="*/ 634 w 1705"/>
                <a:gd name="T1" fmla="*/ 0 h 1414"/>
                <a:gd name="T2" fmla="*/ 1705 w 1705"/>
                <a:gd name="T3" fmla="*/ 49 h 1414"/>
                <a:gd name="T4" fmla="*/ 1071 w 1705"/>
                <a:gd name="T5" fmla="*/ 542 h 1414"/>
                <a:gd name="T6" fmla="*/ 0 w 1705"/>
                <a:gd name="T7" fmla="*/ 1414 h 1414"/>
                <a:gd name="T8" fmla="*/ 0 w 1705"/>
                <a:gd name="T9" fmla="*/ 515 h 1414"/>
                <a:gd name="T10" fmla="*/ 634 w 1705"/>
                <a:gd name="T11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5" h="1414">
                  <a:moveTo>
                    <a:pt x="634" y="0"/>
                  </a:moveTo>
                  <a:lnTo>
                    <a:pt x="1705" y="49"/>
                  </a:lnTo>
                  <a:lnTo>
                    <a:pt x="1071" y="542"/>
                  </a:lnTo>
                  <a:lnTo>
                    <a:pt x="0" y="1414"/>
                  </a:lnTo>
                  <a:lnTo>
                    <a:pt x="0" y="515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935538" y="1470008"/>
            <a:ext cx="661988" cy="661987"/>
            <a:chOff x="4935538" y="1470008"/>
            <a:chExt cx="661988" cy="661987"/>
          </a:xfrm>
        </p:grpSpPr>
        <p:sp>
          <p:nvSpPr>
            <p:cNvPr id="26" name="Freeform 32"/>
            <p:cNvSpPr/>
            <p:nvPr/>
          </p:nvSpPr>
          <p:spPr bwMode="auto">
            <a:xfrm>
              <a:off x="5046266" y="1580736"/>
              <a:ext cx="440531" cy="440531"/>
            </a:xfrm>
            <a:custGeom>
              <a:avLst/>
              <a:gdLst>
                <a:gd name="T0" fmla="*/ 342 w 740"/>
                <a:gd name="T1" fmla="*/ 0 h 742"/>
                <a:gd name="T2" fmla="*/ 400 w 740"/>
                <a:gd name="T3" fmla="*/ 0 h 742"/>
                <a:gd name="T4" fmla="*/ 458 w 740"/>
                <a:gd name="T5" fmla="*/ 10 h 742"/>
                <a:gd name="T6" fmla="*/ 513 w 740"/>
                <a:gd name="T7" fmla="*/ 28 h 742"/>
                <a:gd name="T8" fmla="*/ 563 w 740"/>
                <a:gd name="T9" fmla="*/ 53 h 742"/>
                <a:gd name="T10" fmla="*/ 610 w 740"/>
                <a:gd name="T11" fmla="*/ 86 h 742"/>
                <a:gd name="T12" fmla="*/ 650 w 740"/>
                <a:gd name="T13" fmla="*/ 127 h 742"/>
                <a:gd name="T14" fmla="*/ 685 w 740"/>
                <a:gd name="T15" fmla="*/ 173 h 742"/>
                <a:gd name="T16" fmla="*/ 713 w 740"/>
                <a:gd name="T17" fmla="*/ 226 h 742"/>
                <a:gd name="T18" fmla="*/ 730 w 740"/>
                <a:gd name="T19" fmla="*/ 282 h 742"/>
                <a:gd name="T20" fmla="*/ 740 w 740"/>
                <a:gd name="T21" fmla="*/ 342 h 742"/>
                <a:gd name="T22" fmla="*/ 740 w 740"/>
                <a:gd name="T23" fmla="*/ 400 h 742"/>
                <a:gd name="T24" fmla="*/ 732 w 740"/>
                <a:gd name="T25" fmla="*/ 458 h 742"/>
                <a:gd name="T26" fmla="*/ 713 w 740"/>
                <a:gd name="T27" fmla="*/ 513 h 742"/>
                <a:gd name="T28" fmla="*/ 687 w 740"/>
                <a:gd name="T29" fmla="*/ 563 h 742"/>
                <a:gd name="T30" fmla="*/ 654 w 740"/>
                <a:gd name="T31" fmla="*/ 610 h 742"/>
                <a:gd name="T32" fmla="*/ 614 w 740"/>
                <a:gd name="T33" fmla="*/ 651 h 742"/>
                <a:gd name="T34" fmla="*/ 567 w 740"/>
                <a:gd name="T35" fmla="*/ 686 h 742"/>
                <a:gd name="T36" fmla="*/ 515 w 740"/>
                <a:gd name="T37" fmla="*/ 713 h 742"/>
                <a:gd name="T38" fmla="*/ 458 w 740"/>
                <a:gd name="T39" fmla="*/ 732 h 742"/>
                <a:gd name="T40" fmla="*/ 398 w 740"/>
                <a:gd name="T41" fmla="*/ 742 h 742"/>
                <a:gd name="T42" fmla="*/ 340 w 740"/>
                <a:gd name="T43" fmla="*/ 742 h 742"/>
                <a:gd name="T44" fmla="*/ 282 w 740"/>
                <a:gd name="T45" fmla="*/ 732 h 742"/>
                <a:gd name="T46" fmla="*/ 227 w 740"/>
                <a:gd name="T47" fmla="*/ 715 h 742"/>
                <a:gd name="T48" fmla="*/ 177 w 740"/>
                <a:gd name="T49" fmla="*/ 688 h 742"/>
                <a:gd name="T50" fmla="*/ 130 w 740"/>
                <a:gd name="T51" fmla="*/ 655 h 742"/>
                <a:gd name="T52" fmla="*/ 90 w 740"/>
                <a:gd name="T53" fmla="*/ 616 h 742"/>
                <a:gd name="T54" fmla="*/ 55 w 740"/>
                <a:gd name="T55" fmla="*/ 569 h 742"/>
                <a:gd name="T56" fmla="*/ 28 w 740"/>
                <a:gd name="T57" fmla="*/ 517 h 742"/>
                <a:gd name="T58" fmla="*/ 10 w 740"/>
                <a:gd name="T59" fmla="*/ 458 h 742"/>
                <a:gd name="T60" fmla="*/ 0 w 740"/>
                <a:gd name="T61" fmla="*/ 398 h 742"/>
                <a:gd name="T62" fmla="*/ 0 w 740"/>
                <a:gd name="T63" fmla="*/ 340 h 742"/>
                <a:gd name="T64" fmla="*/ 8 w 740"/>
                <a:gd name="T65" fmla="*/ 284 h 742"/>
                <a:gd name="T66" fmla="*/ 28 w 740"/>
                <a:gd name="T67" fmla="*/ 229 h 742"/>
                <a:gd name="T68" fmla="*/ 53 w 740"/>
                <a:gd name="T69" fmla="*/ 177 h 742"/>
                <a:gd name="T70" fmla="*/ 86 w 740"/>
                <a:gd name="T71" fmla="*/ 130 h 742"/>
                <a:gd name="T72" fmla="*/ 127 w 740"/>
                <a:gd name="T73" fmla="*/ 90 h 742"/>
                <a:gd name="T74" fmla="*/ 173 w 740"/>
                <a:gd name="T75" fmla="*/ 57 h 742"/>
                <a:gd name="T76" fmla="*/ 226 w 740"/>
                <a:gd name="T77" fmla="*/ 29 h 742"/>
                <a:gd name="T78" fmla="*/ 282 w 740"/>
                <a:gd name="T79" fmla="*/ 10 h 742"/>
                <a:gd name="T80" fmla="*/ 342 w 740"/>
                <a:gd name="T81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40" h="742">
                  <a:moveTo>
                    <a:pt x="342" y="0"/>
                  </a:moveTo>
                  <a:lnTo>
                    <a:pt x="400" y="0"/>
                  </a:lnTo>
                  <a:lnTo>
                    <a:pt x="458" y="10"/>
                  </a:lnTo>
                  <a:lnTo>
                    <a:pt x="513" y="28"/>
                  </a:lnTo>
                  <a:lnTo>
                    <a:pt x="563" y="53"/>
                  </a:lnTo>
                  <a:lnTo>
                    <a:pt x="610" y="86"/>
                  </a:lnTo>
                  <a:lnTo>
                    <a:pt x="650" y="127"/>
                  </a:lnTo>
                  <a:lnTo>
                    <a:pt x="685" y="173"/>
                  </a:lnTo>
                  <a:lnTo>
                    <a:pt x="713" y="226"/>
                  </a:lnTo>
                  <a:lnTo>
                    <a:pt x="730" y="282"/>
                  </a:lnTo>
                  <a:lnTo>
                    <a:pt x="740" y="342"/>
                  </a:lnTo>
                  <a:lnTo>
                    <a:pt x="740" y="400"/>
                  </a:lnTo>
                  <a:lnTo>
                    <a:pt x="732" y="458"/>
                  </a:lnTo>
                  <a:lnTo>
                    <a:pt x="713" y="513"/>
                  </a:lnTo>
                  <a:lnTo>
                    <a:pt x="687" y="563"/>
                  </a:lnTo>
                  <a:lnTo>
                    <a:pt x="654" y="610"/>
                  </a:lnTo>
                  <a:lnTo>
                    <a:pt x="614" y="651"/>
                  </a:lnTo>
                  <a:lnTo>
                    <a:pt x="567" y="686"/>
                  </a:lnTo>
                  <a:lnTo>
                    <a:pt x="515" y="713"/>
                  </a:lnTo>
                  <a:lnTo>
                    <a:pt x="458" y="732"/>
                  </a:lnTo>
                  <a:lnTo>
                    <a:pt x="398" y="742"/>
                  </a:lnTo>
                  <a:lnTo>
                    <a:pt x="340" y="742"/>
                  </a:lnTo>
                  <a:lnTo>
                    <a:pt x="282" y="732"/>
                  </a:lnTo>
                  <a:lnTo>
                    <a:pt x="227" y="715"/>
                  </a:lnTo>
                  <a:lnTo>
                    <a:pt x="177" y="688"/>
                  </a:lnTo>
                  <a:lnTo>
                    <a:pt x="130" y="655"/>
                  </a:lnTo>
                  <a:lnTo>
                    <a:pt x="90" y="616"/>
                  </a:lnTo>
                  <a:lnTo>
                    <a:pt x="55" y="569"/>
                  </a:lnTo>
                  <a:lnTo>
                    <a:pt x="28" y="517"/>
                  </a:lnTo>
                  <a:lnTo>
                    <a:pt x="10" y="458"/>
                  </a:lnTo>
                  <a:lnTo>
                    <a:pt x="0" y="398"/>
                  </a:lnTo>
                  <a:lnTo>
                    <a:pt x="0" y="340"/>
                  </a:lnTo>
                  <a:lnTo>
                    <a:pt x="8" y="284"/>
                  </a:lnTo>
                  <a:lnTo>
                    <a:pt x="28" y="229"/>
                  </a:lnTo>
                  <a:lnTo>
                    <a:pt x="53" y="177"/>
                  </a:lnTo>
                  <a:lnTo>
                    <a:pt x="86" y="130"/>
                  </a:lnTo>
                  <a:lnTo>
                    <a:pt x="127" y="90"/>
                  </a:lnTo>
                  <a:lnTo>
                    <a:pt x="173" y="57"/>
                  </a:lnTo>
                  <a:lnTo>
                    <a:pt x="226" y="29"/>
                  </a:lnTo>
                  <a:lnTo>
                    <a:pt x="282" y="1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935538" y="1470008"/>
              <a:ext cx="661988" cy="661987"/>
              <a:chOff x="4935538" y="1470008"/>
              <a:chExt cx="661988" cy="661987"/>
            </a:xfrm>
          </p:grpSpPr>
          <p:sp>
            <p:nvSpPr>
              <p:cNvPr id="25" name="Freeform 31"/>
              <p:cNvSpPr/>
              <p:nvPr/>
            </p:nvSpPr>
            <p:spPr bwMode="auto">
              <a:xfrm>
                <a:off x="4935538" y="1470008"/>
                <a:ext cx="661988" cy="661987"/>
              </a:xfrm>
              <a:custGeom>
                <a:avLst/>
                <a:gdLst>
                  <a:gd name="T0" fmla="*/ 650 w 1112"/>
                  <a:gd name="T1" fmla="*/ 10 h 1110"/>
                  <a:gd name="T2" fmla="*/ 705 w 1112"/>
                  <a:gd name="T3" fmla="*/ 124 h 1110"/>
                  <a:gd name="T4" fmla="*/ 776 w 1112"/>
                  <a:gd name="T5" fmla="*/ 45 h 1110"/>
                  <a:gd name="T6" fmla="*/ 833 w 1112"/>
                  <a:gd name="T7" fmla="*/ 78 h 1110"/>
                  <a:gd name="T8" fmla="*/ 924 w 1112"/>
                  <a:gd name="T9" fmla="*/ 149 h 1110"/>
                  <a:gd name="T10" fmla="*/ 937 w 1112"/>
                  <a:gd name="T11" fmla="*/ 151 h 1110"/>
                  <a:gd name="T12" fmla="*/ 978 w 1112"/>
                  <a:gd name="T13" fmla="*/ 202 h 1110"/>
                  <a:gd name="T14" fmla="*/ 1040 w 1112"/>
                  <a:gd name="T15" fmla="*/ 301 h 1110"/>
                  <a:gd name="T16" fmla="*/ 1054 w 1112"/>
                  <a:gd name="T17" fmla="*/ 305 h 1110"/>
                  <a:gd name="T18" fmla="*/ 1071 w 1112"/>
                  <a:gd name="T19" fmla="*/ 371 h 1110"/>
                  <a:gd name="T20" fmla="*/ 1102 w 1112"/>
                  <a:gd name="T21" fmla="*/ 481 h 1110"/>
                  <a:gd name="T22" fmla="*/ 1112 w 1112"/>
                  <a:gd name="T23" fmla="*/ 545 h 1110"/>
                  <a:gd name="T24" fmla="*/ 1102 w 1112"/>
                  <a:gd name="T25" fmla="*/ 557 h 1110"/>
                  <a:gd name="T26" fmla="*/ 1093 w 1112"/>
                  <a:gd name="T27" fmla="*/ 674 h 1110"/>
                  <a:gd name="T28" fmla="*/ 1081 w 1112"/>
                  <a:gd name="T29" fmla="*/ 738 h 1110"/>
                  <a:gd name="T30" fmla="*/ 1069 w 1112"/>
                  <a:gd name="T31" fmla="*/ 743 h 1110"/>
                  <a:gd name="T32" fmla="*/ 1021 w 1112"/>
                  <a:gd name="T33" fmla="*/ 850 h 1110"/>
                  <a:gd name="T34" fmla="*/ 988 w 1112"/>
                  <a:gd name="T35" fmla="*/ 907 h 1110"/>
                  <a:gd name="T36" fmla="*/ 972 w 1112"/>
                  <a:gd name="T37" fmla="*/ 908 h 1110"/>
                  <a:gd name="T38" fmla="*/ 891 w 1112"/>
                  <a:gd name="T39" fmla="*/ 992 h 1110"/>
                  <a:gd name="T40" fmla="*/ 842 w 1112"/>
                  <a:gd name="T41" fmla="*/ 1033 h 1110"/>
                  <a:gd name="T42" fmla="*/ 827 w 1112"/>
                  <a:gd name="T43" fmla="*/ 1029 h 1110"/>
                  <a:gd name="T44" fmla="*/ 722 w 1112"/>
                  <a:gd name="T45" fmla="*/ 1075 h 1110"/>
                  <a:gd name="T46" fmla="*/ 714 w 1112"/>
                  <a:gd name="T47" fmla="*/ 1087 h 1110"/>
                  <a:gd name="T48" fmla="*/ 650 w 1112"/>
                  <a:gd name="T49" fmla="*/ 1097 h 1110"/>
                  <a:gd name="T50" fmla="*/ 563 w 1112"/>
                  <a:gd name="T51" fmla="*/ 1011 h 1110"/>
                  <a:gd name="T52" fmla="*/ 526 w 1112"/>
                  <a:gd name="T53" fmla="*/ 1110 h 1110"/>
                  <a:gd name="T54" fmla="*/ 462 w 1112"/>
                  <a:gd name="T55" fmla="*/ 1101 h 1110"/>
                  <a:gd name="T56" fmla="*/ 408 w 1112"/>
                  <a:gd name="T57" fmla="*/ 986 h 1110"/>
                  <a:gd name="T58" fmla="*/ 336 w 1112"/>
                  <a:gd name="T59" fmla="*/ 1066 h 1110"/>
                  <a:gd name="T60" fmla="*/ 280 w 1112"/>
                  <a:gd name="T61" fmla="*/ 1031 h 1110"/>
                  <a:gd name="T62" fmla="*/ 188 w 1112"/>
                  <a:gd name="T63" fmla="*/ 959 h 1110"/>
                  <a:gd name="T64" fmla="*/ 175 w 1112"/>
                  <a:gd name="T65" fmla="*/ 959 h 1110"/>
                  <a:gd name="T66" fmla="*/ 134 w 1112"/>
                  <a:gd name="T67" fmla="*/ 908 h 1110"/>
                  <a:gd name="T68" fmla="*/ 72 w 1112"/>
                  <a:gd name="T69" fmla="*/ 809 h 1110"/>
                  <a:gd name="T70" fmla="*/ 58 w 1112"/>
                  <a:gd name="T71" fmla="*/ 804 h 1110"/>
                  <a:gd name="T72" fmla="*/ 43 w 1112"/>
                  <a:gd name="T73" fmla="*/ 740 h 1110"/>
                  <a:gd name="T74" fmla="*/ 10 w 1112"/>
                  <a:gd name="T75" fmla="*/ 627 h 1110"/>
                  <a:gd name="T76" fmla="*/ 0 w 1112"/>
                  <a:gd name="T77" fmla="*/ 563 h 1110"/>
                  <a:gd name="T78" fmla="*/ 10 w 1112"/>
                  <a:gd name="T79" fmla="*/ 551 h 1110"/>
                  <a:gd name="T80" fmla="*/ 20 w 1112"/>
                  <a:gd name="T81" fmla="*/ 435 h 1110"/>
                  <a:gd name="T82" fmla="*/ 31 w 1112"/>
                  <a:gd name="T83" fmla="*/ 373 h 1110"/>
                  <a:gd name="T84" fmla="*/ 43 w 1112"/>
                  <a:gd name="T85" fmla="*/ 365 h 1110"/>
                  <a:gd name="T86" fmla="*/ 91 w 1112"/>
                  <a:gd name="T87" fmla="*/ 258 h 1110"/>
                  <a:gd name="T88" fmla="*/ 124 w 1112"/>
                  <a:gd name="T89" fmla="*/ 204 h 1110"/>
                  <a:gd name="T90" fmla="*/ 140 w 1112"/>
                  <a:gd name="T91" fmla="*/ 202 h 1110"/>
                  <a:gd name="T92" fmla="*/ 221 w 1112"/>
                  <a:gd name="T93" fmla="*/ 118 h 1110"/>
                  <a:gd name="T94" fmla="*/ 272 w 1112"/>
                  <a:gd name="T95" fmla="*/ 78 h 1110"/>
                  <a:gd name="T96" fmla="*/ 285 w 1112"/>
                  <a:gd name="T97" fmla="*/ 80 h 1110"/>
                  <a:gd name="T98" fmla="*/ 390 w 1112"/>
                  <a:gd name="T99" fmla="*/ 29 h 1110"/>
                  <a:gd name="T100" fmla="*/ 450 w 1112"/>
                  <a:gd name="T101" fmla="*/ 8 h 1110"/>
                  <a:gd name="T102" fmla="*/ 464 w 1112"/>
                  <a:gd name="T103" fmla="*/ 15 h 1110"/>
                  <a:gd name="T104" fmla="*/ 580 w 1112"/>
                  <a:gd name="T105" fmla="*/ 4 h 1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112" h="1110">
                    <a:moveTo>
                      <a:pt x="590" y="0"/>
                    </a:moveTo>
                    <a:lnTo>
                      <a:pt x="644" y="6"/>
                    </a:lnTo>
                    <a:lnTo>
                      <a:pt x="648" y="6"/>
                    </a:lnTo>
                    <a:lnTo>
                      <a:pt x="650" y="10"/>
                    </a:lnTo>
                    <a:lnTo>
                      <a:pt x="652" y="14"/>
                    </a:lnTo>
                    <a:lnTo>
                      <a:pt x="654" y="17"/>
                    </a:lnTo>
                    <a:lnTo>
                      <a:pt x="662" y="111"/>
                    </a:lnTo>
                    <a:lnTo>
                      <a:pt x="705" y="124"/>
                    </a:lnTo>
                    <a:lnTo>
                      <a:pt x="763" y="48"/>
                    </a:lnTo>
                    <a:lnTo>
                      <a:pt x="767" y="45"/>
                    </a:lnTo>
                    <a:lnTo>
                      <a:pt x="772" y="43"/>
                    </a:lnTo>
                    <a:lnTo>
                      <a:pt x="776" y="45"/>
                    </a:lnTo>
                    <a:lnTo>
                      <a:pt x="827" y="68"/>
                    </a:lnTo>
                    <a:lnTo>
                      <a:pt x="831" y="72"/>
                    </a:lnTo>
                    <a:lnTo>
                      <a:pt x="831" y="74"/>
                    </a:lnTo>
                    <a:lnTo>
                      <a:pt x="833" y="78"/>
                    </a:lnTo>
                    <a:lnTo>
                      <a:pt x="831" y="81"/>
                    </a:lnTo>
                    <a:lnTo>
                      <a:pt x="807" y="175"/>
                    </a:lnTo>
                    <a:lnTo>
                      <a:pt x="844" y="200"/>
                    </a:lnTo>
                    <a:lnTo>
                      <a:pt x="924" y="149"/>
                    </a:lnTo>
                    <a:lnTo>
                      <a:pt x="928" y="147"/>
                    </a:lnTo>
                    <a:lnTo>
                      <a:pt x="932" y="147"/>
                    </a:lnTo>
                    <a:lnTo>
                      <a:pt x="935" y="147"/>
                    </a:lnTo>
                    <a:lnTo>
                      <a:pt x="937" y="151"/>
                    </a:lnTo>
                    <a:lnTo>
                      <a:pt x="976" y="190"/>
                    </a:lnTo>
                    <a:lnTo>
                      <a:pt x="978" y="194"/>
                    </a:lnTo>
                    <a:lnTo>
                      <a:pt x="978" y="198"/>
                    </a:lnTo>
                    <a:lnTo>
                      <a:pt x="978" y="202"/>
                    </a:lnTo>
                    <a:lnTo>
                      <a:pt x="976" y="206"/>
                    </a:lnTo>
                    <a:lnTo>
                      <a:pt x="922" y="283"/>
                    </a:lnTo>
                    <a:lnTo>
                      <a:pt x="947" y="320"/>
                    </a:lnTo>
                    <a:lnTo>
                      <a:pt x="1040" y="301"/>
                    </a:lnTo>
                    <a:lnTo>
                      <a:pt x="1044" y="301"/>
                    </a:lnTo>
                    <a:lnTo>
                      <a:pt x="1048" y="301"/>
                    </a:lnTo>
                    <a:lnTo>
                      <a:pt x="1052" y="303"/>
                    </a:lnTo>
                    <a:lnTo>
                      <a:pt x="1054" y="305"/>
                    </a:lnTo>
                    <a:lnTo>
                      <a:pt x="1075" y="357"/>
                    </a:lnTo>
                    <a:lnTo>
                      <a:pt x="1077" y="361"/>
                    </a:lnTo>
                    <a:lnTo>
                      <a:pt x="1075" y="367"/>
                    </a:lnTo>
                    <a:lnTo>
                      <a:pt x="1071" y="371"/>
                    </a:lnTo>
                    <a:lnTo>
                      <a:pt x="994" y="425"/>
                    </a:lnTo>
                    <a:lnTo>
                      <a:pt x="1003" y="468"/>
                    </a:lnTo>
                    <a:lnTo>
                      <a:pt x="1098" y="481"/>
                    </a:lnTo>
                    <a:lnTo>
                      <a:pt x="1102" y="481"/>
                    </a:lnTo>
                    <a:lnTo>
                      <a:pt x="1104" y="483"/>
                    </a:lnTo>
                    <a:lnTo>
                      <a:pt x="1108" y="487"/>
                    </a:lnTo>
                    <a:lnTo>
                      <a:pt x="1108" y="491"/>
                    </a:lnTo>
                    <a:lnTo>
                      <a:pt x="1112" y="545"/>
                    </a:lnTo>
                    <a:lnTo>
                      <a:pt x="1112" y="549"/>
                    </a:lnTo>
                    <a:lnTo>
                      <a:pt x="1110" y="553"/>
                    </a:lnTo>
                    <a:lnTo>
                      <a:pt x="1106" y="555"/>
                    </a:lnTo>
                    <a:lnTo>
                      <a:pt x="1102" y="557"/>
                    </a:lnTo>
                    <a:lnTo>
                      <a:pt x="1011" y="582"/>
                    </a:lnTo>
                    <a:lnTo>
                      <a:pt x="1007" y="627"/>
                    </a:lnTo>
                    <a:lnTo>
                      <a:pt x="1091" y="672"/>
                    </a:lnTo>
                    <a:lnTo>
                      <a:pt x="1093" y="674"/>
                    </a:lnTo>
                    <a:lnTo>
                      <a:pt x="1097" y="675"/>
                    </a:lnTo>
                    <a:lnTo>
                      <a:pt x="1097" y="679"/>
                    </a:lnTo>
                    <a:lnTo>
                      <a:pt x="1097" y="683"/>
                    </a:lnTo>
                    <a:lnTo>
                      <a:pt x="1081" y="738"/>
                    </a:lnTo>
                    <a:lnTo>
                      <a:pt x="1079" y="740"/>
                    </a:lnTo>
                    <a:lnTo>
                      <a:pt x="1077" y="743"/>
                    </a:lnTo>
                    <a:lnTo>
                      <a:pt x="1073" y="743"/>
                    </a:lnTo>
                    <a:lnTo>
                      <a:pt x="1069" y="743"/>
                    </a:lnTo>
                    <a:lnTo>
                      <a:pt x="974" y="736"/>
                    </a:lnTo>
                    <a:lnTo>
                      <a:pt x="955" y="776"/>
                    </a:lnTo>
                    <a:lnTo>
                      <a:pt x="1019" y="846"/>
                    </a:lnTo>
                    <a:lnTo>
                      <a:pt x="1021" y="850"/>
                    </a:lnTo>
                    <a:lnTo>
                      <a:pt x="1023" y="854"/>
                    </a:lnTo>
                    <a:lnTo>
                      <a:pt x="1023" y="858"/>
                    </a:lnTo>
                    <a:lnTo>
                      <a:pt x="1021" y="862"/>
                    </a:lnTo>
                    <a:lnTo>
                      <a:pt x="988" y="907"/>
                    </a:lnTo>
                    <a:lnTo>
                      <a:pt x="984" y="908"/>
                    </a:lnTo>
                    <a:lnTo>
                      <a:pt x="982" y="908"/>
                    </a:lnTo>
                    <a:lnTo>
                      <a:pt x="978" y="908"/>
                    </a:lnTo>
                    <a:lnTo>
                      <a:pt x="972" y="908"/>
                    </a:lnTo>
                    <a:lnTo>
                      <a:pt x="887" y="868"/>
                    </a:lnTo>
                    <a:lnTo>
                      <a:pt x="854" y="899"/>
                    </a:lnTo>
                    <a:lnTo>
                      <a:pt x="891" y="988"/>
                    </a:lnTo>
                    <a:lnTo>
                      <a:pt x="891" y="992"/>
                    </a:lnTo>
                    <a:lnTo>
                      <a:pt x="891" y="996"/>
                    </a:lnTo>
                    <a:lnTo>
                      <a:pt x="891" y="998"/>
                    </a:lnTo>
                    <a:lnTo>
                      <a:pt x="887" y="1002"/>
                    </a:lnTo>
                    <a:lnTo>
                      <a:pt x="842" y="1033"/>
                    </a:lnTo>
                    <a:lnTo>
                      <a:pt x="838" y="1033"/>
                    </a:lnTo>
                    <a:lnTo>
                      <a:pt x="835" y="1033"/>
                    </a:lnTo>
                    <a:lnTo>
                      <a:pt x="831" y="1033"/>
                    </a:lnTo>
                    <a:lnTo>
                      <a:pt x="827" y="1029"/>
                    </a:lnTo>
                    <a:lnTo>
                      <a:pt x="761" y="963"/>
                    </a:lnTo>
                    <a:lnTo>
                      <a:pt x="739" y="973"/>
                    </a:lnTo>
                    <a:lnTo>
                      <a:pt x="718" y="980"/>
                    </a:lnTo>
                    <a:lnTo>
                      <a:pt x="722" y="1075"/>
                    </a:lnTo>
                    <a:lnTo>
                      <a:pt x="722" y="1079"/>
                    </a:lnTo>
                    <a:lnTo>
                      <a:pt x="720" y="1083"/>
                    </a:lnTo>
                    <a:lnTo>
                      <a:pt x="718" y="1087"/>
                    </a:lnTo>
                    <a:lnTo>
                      <a:pt x="714" y="1087"/>
                    </a:lnTo>
                    <a:lnTo>
                      <a:pt x="662" y="1101"/>
                    </a:lnTo>
                    <a:lnTo>
                      <a:pt x="658" y="1101"/>
                    </a:lnTo>
                    <a:lnTo>
                      <a:pt x="654" y="1101"/>
                    </a:lnTo>
                    <a:lnTo>
                      <a:pt x="650" y="1097"/>
                    </a:lnTo>
                    <a:lnTo>
                      <a:pt x="648" y="1093"/>
                    </a:lnTo>
                    <a:lnTo>
                      <a:pt x="608" y="1007"/>
                    </a:lnTo>
                    <a:lnTo>
                      <a:pt x="586" y="1009"/>
                    </a:lnTo>
                    <a:lnTo>
                      <a:pt x="563" y="1011"/>
                    </a:lnTo>
                    <a:lnTo>
                      <a:pt x="534" y="1101"/>
                    </a:lnTo>
                    <a:lnTo>
                      <a:pt x="532" y="1105"/>
                    </a:lnTo>
                    <a:lnTo>
                      <a:pt x="530" y="1108"/>
                    </a:lnTo>
                    <a:lnTo>
                      <a:pt x="526" y="1110"/>
                    </a:lnTo>
                    <a:lnTo>
                      <a:pt x="522" y="1110"/>
                    </a:lnTo>
                    <a:lnTo>
                      <a:pt x="468" y="1105"/>
                    </a:lnTo>
                    <a:lnTo>
                      <a:pt x="464" y="1103"/>
                    </a:lnTo>
                    <a:lnTo>
                      <a:pt x="462" y="1101"/>
                    </a:lnTo>
                    <a:lnTo>
                      <a:pt x="460" y="1097"/>
                    </a:lnTo>
                    <a:lnTo>
                      <a:pt x="458" y="1093"/>
                    </a:lnTo>
                    <a:lnTo>
                      <a:pt x="450" y="998"/>
                    </a:lnTo>
                    <a:lnTo>
                      <a:pt x="408" y="986"/>
                    </a:lnTo>
                    <a:lnTo>
                      <a:pt x="349" y="1060"/>
                    </a:lnTo>
                    <a:lnTo>
                      <a:pt x="346" y="1064"/>
                    </a:lnTo>
                    <a:lnTo>
                      <a:pt x="340" y="1066"/>
                    </a:lnTo>
                    <a:lnTo>
                      <a:pt x="336" y="1066"/>
                    </a:lnTo>
                    <a:lnTo>
                      <a:pt x="285" y="1040"/>
                    </a:lnTo>
                    <a:lnTo>
                      <a:pt x="281" y="1039"/>
                    </a:lnTo>
                    <a:lnTo>
                      <a:pt x="281" y="1035"/>
                    </a:lnTo>
                    <a:lnTo>
                      <a:pt x="280" y="1031"/>
                    </a:lnTo>
                    <a:lnTo>
                      <a:pt x="281" y="1027"/>
                    </a:lnTo>
                    <a:lnTo>
                      <a:pt x="305" y="936"/>
                    </a:lnTo>
                    <a:lnTo>
                      <a:pt x="268" y="908"/>
                    </a:lnTo>
                    <a:lnTo>
                      <a:pt x="188" y="959"/>
                    </a:lnTo>
                    <a:lnTo>
                      <a:pt x="184" y="961"/>
                    </a:lnTo>
                    <a:lnTo>
                      <a:pt x="181" y="961"/>
                    </a:lnTo>
                    <a:lnTo>
                      <a:pt x="177" y="961"/>
                    </a:lnTo>
                    <a:lnTo>
                      <a:pt x="175" y="959"/>
                    </a:lnTo>
                    <a:lnTo>
                      <a:pt x="136" y="918"/>
                    </a:lnTo>
                    <a:lnTo>
                      <a:pt x="134" y="914"/>
                    </a:lnTo>
                    <a:lnTo>
                      <a:pt x="134" y="912"/>
                    </a:lnTo>
                    <a:lnTo>
                      <a:pt x="134" y="908"/>
                    </a:lnTo>
                    <a:lnTo>
                      <a:pt x="136" y="905"/>
                    </a:lnTo>
                    <a:lnTo>
                      <a:pt x="190" y="825"/>
                    </a:lnTo>
                    <a:lnTo>
                      <a:pt x="165" y="788"/>
                    </a:lnTo>
                    <a:lnTo>
                      <a:pt x="72" y="809"/>
                    </a:lnTo>
                    <a:lnTo>
                      <a:pt x="68" y="809"/>
                    </a:lnTo>
                    <a:lnTo>
                      <a:pt x="64" y="808"/>
                    </a:lnTo>
                    <a:lnTo>
                      <a:pt x="60" y="806"/>
                    </a:lnTo>
                    <a:lnTo>
                      <a:pt x="58" y="804"/>
                    </a:lnTo>
                    <a:lnTo>
                      <a:pt x="37" y="753"/>
                    </a:lnTo>
                    <a:lnTo>
                      <a:pt x="35" y="747"/>
                    </a:lnTo>
                    <a:lnTo>
                      <a:pt x="37" y="743"/>
                    </a:lnTo>
                    <a:lnTo>
                      <a:pt x="43" y="740"/>
                    </a:lnTo>
                    <a:lnTo>
                      <a:pt x="118" y="683"/>
                    </a:lnTo>
                    <a:lnTo>
                      <a:pt x="109" y="641"/>
                    </a:lnTo>
                    <a:lnTo>
                      <a:pt x="16" y="627"/>
                    </a:lnTo>
                    <a:lnTo>
                      <a:pt x="10" y="627"/>
                    </a:lnTo>
                    <a:lnTo>
                      <a:pt x="8" y="625"/>
                    </a:lnTo>
                    <a:lnTo>
                      <a:pt x="4" y="621"/>
                    </a:lnTo>
                    <a:lnTo>
                      <a:pt x="4" y="617"/>
                    </a:lnTo>
                    <a:lnTo>
                      <a:pt x="0" y="563"/>
                    </a:lnTo>
                    <a:lnTo>
                      <a:pt x="0" y="559"/>
                    </a:lnTo>
                    <a:lnTo>
                      <a:pt x="2" y="555"/>
                    </a:lnTo>
                    <a:lnTo>
                      <a:pt x="6" y="553"/>
                    </a:lnTo>
                    <a:lnTo>
                      <a:pt x="10" y="551"/>
                    </a:lnTo>
                    <a:lnTo>
                      <a:pt x="101" y="526"/>
                    </a:lnTo>
                    <a:lnTo>
                      <a:pt x="107" y="483"/>
                    </a:lnTo>
                    <a:lnTo>
                      <a:pt x="21" y="439"/>
                    </a:lnTo>
                    <a:lnTo>
                      <a:pt x="20" y="435"/>
                    </a:lnTo>
                    <a:lnTo>
                      <a:pt x="16" y="433"/>
                    </a:lnTo>
                    <a:lnTo>
                      <a:pt x="16" y="429"/>
                    </a:lnTo>
                    <a:lnTo>
                      <a:pt x="16" y="425"/>
                    </a:lnTo>
                    <a:lnTo>
                      <a:pt x="31" y="373"/>
                    </a:lnTo>
                    <a:lnTo>
                      <a:pt x="33" y="369"/>
                    </a:lnTo>
                    <a:lnTo>
                      <a:pt x="35" y="367"/>
                    </a:lnTo>
                    <a:lnTo>
                      <a:pt x="39" y="365"/>
                    </a:lnTo>
                    <a:lnTo>
                      <a:pt x="43" y="365"/>
                    </a:lnTo>
                    <a:lnTo>
                      <a:pt x="138" y="373"/>
                    </a:lnTo>
                    <a:lnTo>
                      <a:pt x="157" y="332"/>
                    </a:lnTo>
                    <a:lnTo>
                      <a:pt x="95" y="262"/>
                    </a:lnTo>
                    <a:lnTo>
                      <a:pt x="91" y="258"/>
                    </a:lnTo>
                    <a:lnTo>
                      <a:pt x="91" y="256"/>
                    </a:lnTo>
                    <a:lnTo>
                      <a:pt x="91" y="252"/>
                    </a:lnTo>
                    <a:lnTo>
                      <a:pt x="93" y="248"/>
                    </a:lnTo>
                    <a:lnTo>
                      <a:pt x="124" y="204"/>
                    </a:lnTo>
                    <a:lnTo>
                      <a:pt x="128" y="200"/>
                    </a:lnTo>
                    <a:lnTo>
                      <a:pt x="132" y="200"/>
                    </a:lnTo>
                    <a:lnTo>
                      <a:pt x="136" y="200"/>
                    </a:lnTo>
                    <a:lnTo>
                      <a:pt x="140" y="202"/>
                    </a:lnTo>
                    <a:lnTo>
                      <a:pt x="225" y="241"/>
                    </a:lnTo>
                    <a:lnTo>
                      <a:pt x="258" y="210"/>
                    </a:lnTo>
                    <a:lnTo>
                      <a:pt x="223" y="122"/>
                    </a:lnTo>
                    <a:lnTo>
                      <a:pt x="221" y="118"/>
                    </a:lnTo>
                    <a:lnTo>
                      <a:pt x="221" y="114"/>
                    </a:lnTo>
                    <a:lnTo>
                      <a:pt x="223" y="111"/>
                    </a:lnTo>
                    <a:lnTo>
                      <a:pt x="225" y="109"/>
                    </a:lnTo>
                    <a:lnTo>
                      <a:pt x="272" y="78"/>
                    </a:lnTo>
                    <a:lnTo>
                      <a:pt x="276" y="76"/>
                    </a:lnTo>
                    <a:lnTo>
                      <a:pt x="280" y="76"/>
                    </a:lnTo>
                    <a:lnTo>
                      <a:pt x="281" y="78"/>
                    </a:lnTo>
                    <a:lnTo>
                      <a:pt x="285" y="80"/>
                    </a:lnTo>
                    <a:lnTo>
                      <a:pt x="353" y="146"/>
                    </a:lnTo>
                    <a:lnTo>
                      <a:pt x="394" y="128"/>
                    </a:lnTo>
                    <a:lnTo>
                      <a:pt x="390" y="33"/>
                    </a:lnTo>
                    <a:lnTo>
                      <a:pt x="390" y="29"/>
                    </a:lnTo>
                    <a:lnTo>
                      <a:pt x="392" y="25"/>
                    </a:lnTo>
                    <a:lnTo>
                      <a:pt x="394" y="23"/>
                    </a:lnTo>
                    <a:lnTo>
                      <a:pt x="398" y="21"/>
                    </a:lnTo>
                    <a:lnTo>
                      <a:pt x="450" y="8"/>
                    </a:lnTo>
                    <a:lnTo>
                      <a:pt x="454" y="8"/>
                    </a:lnTo>
                    <a:lnTo>
                      <a:pt x="458" y="10"/>
                    </a:lnTo>
                    <a:lnTo>
                      <a:pt x="462" y="12"/>
                    </a:lnTo>
                    <a:lnTo>
                      <a:pt x="464" y="15"/>
                    </a:lnTo>
                    <a:lnTo>
                      <a:pt x="505" y="101"/>
                    </a:lnTo>
                    <a:lnTo>
                      <a:pt x="549" y="99"/>
                    </a:lnTo>
                    <a:lnTo>
                      <a:pt x="578" y="8"/>
                    </a:lnTo>
                    <a:lnTo>
                      <a:pt x="580" y="4"/>
                    </a:lnTo>
                    <a:lnTo>
                      <a:pt x="582" y="2"/>
                    </a:lnTo>
                    <a:lnTo>
                      <a:pt x="586" y="0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324C64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  <a:noAutofit/>
              </a:bodyPr>
              <a:lstStyle/>
              <a:p>
                <a:pPr algn="ctr" fontAlgn="base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5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sym typeface="微软雅黑 Light" panose="020B0502040204020203" pitchFamily="34" charset="-122"/>
                </a:endParaRPr>
              </a:p>
            </p:txBody>
          </p:sp>
          <p:sp>
            <p:nvSpPr>
              <p:cNvPr id="27" name="Freeform 33"/>
              <p:cNvSpPr/>
              <p:nvPr/>
            </p:nvSpPr>
            <p:spPr bwMode="auto">
              <a:xfrm>
                <a:off x="5071270" y="1605740"/>
                <a:ext cx="390525" cy="390525"/>
              </a:xfrm>
              <a:custGeom>
                <a:avLst/>
                <a:gdLst>
                  <a:gd name="T0" fmla="*/ 353 w 656"/>
                  <a:gd name="T1" fmla="*/ 0 h 656"/>
                  <a:gd name="T2" fmla="*/ 404 w 656"/>
                  <a:gd name="T3" fmla="*/ 8 h 656"/>
                  <a:gd name="T4" fmla="*/ 452 w 656"/>
                  <a:gd name="T5" fmla="*/ 23 h 656"/>
                  <a:gd name="T6" fmla="*/ 499 w 656"/>
                  <a:gd name="T7" fmla="*/ 45 h 656"/>
                  <a:gd name="T8" fmla="*/ 540 w 656"/>
                  <a:gd name="T9" fmla="*/ 76 h 656"/>
                  <a:gd name="T10" fmla="*/ 577 w 656"/>
                  <a:gd name="T11" fmla="*/ 111 h 656"/>
                  <a:gd name="T12" fmla="*/ 608 w 656"/>
                  <a:gd name="T13" fmla="*/ 151 h 656"/>
                  <a:gd name="T14" fmla="*/ 631 w 656"/>
                  <a:gd name="T15" fmla="*/ 198 h 656"/>
                  <a:gd name="T16" fmla="*/ 648 w 656"/>
                  <a:gd name="T17" fmla="*/ 250 h 656"/>
                  <a:gd name="T18" fmla="*/ 656 w 656"/>
                  <a:gd name="T19" fmla="*/ 301 h 656"/>
                  <a:gd name="T20" fmla="*/ 656 w 656"/>
                  <a:gd name="T21" fmla="*/ 353 h 656"/>
                  <a:gd name="T22" fmla="*/ 648 w 656"/>
                  <a:gd name="T23" fmla="*/ 402 h 656"/>
                  <a:gd name="T24" fmla="*/ 631 w 656"/>
                  <a:gd name="T25" fmla="*/ 450 h 656"/>
                  <a:gd name="T26" fmla="*/ 609 w 656"/>
                  <a:gd name="T27" fmla="*/ 497 h 656"/>
                  <a:gd name="T28" fmla="*/ 580 w 656"/>
                  <a:gd name="T29" fmla="*/ 538 h 656"/>
                  <a:gd name="T30" fmla="*/ 544 w 656"/>
                  <a:gd name="T31" fmla="*/ 575 h 656"/>
                  <a:gd name="T32" fmla="*/ 503 w 656"/>
                  <a:gd name="T33" fmla="*/ 606 h 656"/>
                  <a:gd name="T34" fmla="*/ 458 w 656"/>
                  <a:gd name="T35" fmla="*/ 631 h 656"/>
                  <a:gd name="T36" fmla="*/ 406 w 656"/>
                  <a:gd name="T37" fmla="*/ 647 h 656"/>
                  <a:gd name="T38" fmla="*/ 348 w 656"/>
                  <a:gd name="T39" fmla="*/ 656 h 656"/>
                  <a:gd name="T40" fmla="*/ 291 w 656"/>
                  <a:gd name="T41" fmla="*/ 654 h 656"/>
                  <a:gd name="T42" fmla="*/ 235 w 656"/>
                  <a:gd name="T43" fmla="*/ 643 h 656"/>
                  <a:gd name="T44" fmla="*/ 183 w 656"/>
                  <a:gd name="T45" fmla="*/ 623 h 656"/>
                  <a:gd name="T46" fmla="*/ 134 w 656"/>
                  <a:gd name="T47" fmla="*/ 594 h 656"/>
                  <a:gd name="T48" fmla="*/ 93 w 656"/>
                  <a:gd name="T49" fmla="*/ 557 h 656"/>
                  <a:gd name="T50" fmla="*/ 56 w 656"/>
                  <a:gd name="T51" fmla="*/ 513 h 656"/>
                  <a:gd name="T52" fmla="*/ 29 w 656"/>
                  <a:gd name="T53" fmla="*/ 462 h 656"/>
                  <a:gd name="T54" fmla="*/ 10 w 656"/>
                  <a:gd name="T55" fmla="*/ 406 h 656"/>
                  <a:gd name="T56" fmla="*/ 0 w 656"/>
                  <a:gd name="T57" fmla="*/ 348 h 656"/>
                  <a:gd name="T58" fmla="*/ 2 w 656"/>
                  <a:gd name="T59" fmla="*/ 289 h 656"/>
                  <a:gd name="T60" fmla="*/ 14 w 656"/>
                  <a:gd name="T61" fmla="*/ 235 h 656"/>
                  <a:gd name="T62" fmla="*/ 33 w 656"/>
                  <a:gd name="T63" fmla="*/ 183 h 656"/>
                  <a:gd name="T64" fmla="*/ 62 w 656"/>
                  <a:gd name="T65" fmla="*/ 136 h 656"/>
                  <a:gd name="T66" fmla="*/ 99 w 656"/>
                  <a:gd name="T67" fmla="*/ 93 h 656"/>
                  <a:gd name="T68" fmla="*/ 142 w 656"/>
                  <a:gd name="T69" fmla="*/ 56 h 656"/>
                  <a:gd name="T70" fmla="*/ 192 w 656"/>
                  <a:gd name="T71" fmla="*/ 29 h 656"/>
                  <a:gd name="T72" fmla="*/ 249 w 656"/>
                  <a:gd name="T73" fmla="*/ 10 h 656"/>
                  <a:gd name="T74" fmla="*/ 301 w 656"/>
                  <a:gd name="T75" fmla="*/ 0 h 656"/>
                  <a:gd name="T76" fmla="*/ 353 w 656"/>
                  <a:gd name="T77" fmla="*/ 0 h 6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656" h="656">
                    <a:moveTo>
                      <a:pt x="353" y="0"/>
                    </a:moveTo>
                    <a:lnTo>
                      <a:pt x="404" y="8"/>
                    </a:lnTo>
                    <a:lnTo>
                      <a:pt x="452" y="23"/>
                    </a:lnTo>
                    <a:lnTo>
                      <a:pt x="499" y="45"/>
                    </a:lnTo>
                    <a:lnTo>
                      <a:pt x="540" y="76"/>
                    </a:lnTo>
                    <a:lnTo>
                      <a:pt x="577" y="111"/>
                    </a:lnTo>
                    <a:lnTo>
                      <a:pt x="608" y="151"/>
                    </a:lnTo>
                    <a:lnTo>
                      <a:pt x="631" y="198"/>
                    </a:lnTo>
                    <a:lnTo>
                      <a:pt x="648" y="250"/>
                    </a:lnTo>
                    <a:lnTo>
                      <a:pt x="656" y="301"/>
                    </a:lnTo>
                    <a:lnTo>
                      <a:pt x="656" y="353"/>
                    </a:lnTo>
                    <a:lnTo>
                      <a:pt x="648" y="402"/>
                    </a:lnTo>
                    <a:lnTo>
                      <a:pt x="631" y="450"/>
                    </a:lnTo>
                    <a:lnTo>
                      <a:pt x="609" y="497"/>
                    </a:lnTo>
                    <a:lnTo>
                      <a:pt x="580" y="538"/>
                    </a:lnTo>
                    <a:lnTo>
                      <a:pt x="544" y="575"/>
                    </a:lnTo>
                    <a:lnTo>
                      <a:pt x="503" y="606"/>
                    </a:lnTo>
                    <a:lnTo>
                      <a:pt x="458" y="631"/>
                    </a:lnTo>
                    <a:lnTo>
                      <a:pt x="406" y="647"/>
                    </a:lnTo>
                    <a:lnTo>
                      <a:pt x="348" y="656"/>
                    </a:lnTo>
                    <a:lnTo>
                      <a:pt x="291" y="654"/>
                    </a:lnTo>
                    <a:lnTo>
                      <a:pt x="235" y="643"/>
                    </a:lnTo>
                    <a:lnTo>
                      <a:pt x="183" y="623"/>
                    </a:lnTo>
                    <a:lnTo>
                      <a:pt x="134" y="594"/>
                    </a:lnTo>
                    <a:lnTo>
                      <a:pt x="93" y="557"/>
                    </a:lnTo>
                    <a:lnTo>
                      <a:pt x="56" y="513"/>
                    </a:lnTo>
                    <a:lnTo>
                      <a:pt x="29" y="462"/>
                    </a:lnTo>
                    <a:lnTo>
                      <a:pt x="10" y="406"/>
                    </a:lnTo>
                    <a:lnTo>
                      <a:pt x="0" y="348"/>
                    </a:lnTo>
                    <a:lnTo>
                      <a:pt x="2" y="289"/>
                    </a:lnTo>
                    <a:lnTo>
                      <a:pt x="14" y="235"/>
                    </a:lnTo>
                    <a:lnTo>
                      <a:pt x="33" y="183"/>
                    </a:lnTo>
                    <a:lnTo>
                      <a:pt x="62" y="136"/>
                    </a:lnTo>
                    <a:lnTo>
                      <a:pt x="99" y="93"/>
                    </a:lnTo>
                    <a:lnTo>
                      <a:pt x="142" y="56"/>
                    </a:lnTo>
                    <a:lnTo>
                      <a:pt x="192" y="29"/>
                    </a:lnTo>
                    <a:lnTo>
                      <a:pt x="249" y="10"/>
                    </a:lnTo>
                    <a:lnTo>
                      <a:pt x="301" y="0"/>
                    </a:lnTo>
                    <a:lnTo>
                      <a:pt x="353" y="0"/>
                    </a:lnTo>
                    <a:close/>
                  </a:path>
                </a:pathLst>
              </a:custGeom>
              <a:solidFill>
                <a:srgbClr val="324C64"/>
              </a:solidFill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  <a:noAutofit/>
              </a:bodyPr>
              <a:lstStyle/>
              <a:p>
                <a:pPr algn="ctr" fontAlgn="base">
                  <a:lnSpc>
                    <a:spcPct val="13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2000" b="1" kern="0" dirty="0">
                    <a:solidFill>
                      <a:schemeClr val="bg1"/>
                    </a:solidFill>
                    <a:latin typeface="+mn-ea"/>
                    <a:sym typeface="微软雅黑 Light" panose="020B0502040204020203" pitchFamily="34" charset="-122"/>
                  </a:rPr>
                  <a:t>1</a:t>
                </a:r>
                <a:endParaRPr lang="zh-CN" altLang="en-US" sz="2000" b="1" kern="0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4535488" y="2617771"/>
            <a:ext cx="1015604" cy="1639490"/>
            <a:chOff x="4535488" y="2617771"/>
            <a:chExt cx="1015604" cy="1639490"/>
          </a:xfrm>
        </p:grpSpPr>
        <p:sp>
          <p:nvSpPr>
            <p:cNvPr id="29" name="Freeform 6"/>
            <p:cNvSpPr/>
            <p:nvPr/>
          </p:nvSpPr>
          <p:spPr bwMode="auto">
            <a:xfrm>
              <a:off x="4535488" y="2617771"/>
              <a:ext cx="1015604" cy="841772"/>
            </a:xfrm>
            <a:custGeom>
              <a:avLst/>
              <a:gdLst>
                <a:gd name="T0" fmla="*/ 0 w 1705"/>
                <a:gd name="T1" fmla="*/ 0 h 1413"/>
                <a:gd name="T2" fmla="*/ 1071 w 1705"/>
                <a:gd name="T3" fmla="*/ 871 h 1413"/>
                <a:gd name="T4" fmla="*/ 1705 w 1705"/>
                <a:gd name="T5" fmla="*/ 1389 h 1413"/>
                <a:gd name="T6" fmla="*/ 634 w 1705"/>
                <a:gd name="T7" fmla="*/ 1413 h 1413"/>
                <a:gd name="T8" fmla="*/ 0 w 1705"/>
                <a:gd name="T9" fmla="*/ 896 h 1413"/>
                <a:gd name="T10" fmla="*/ 0 w 1705"/>
                <a:gd name="T11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5" h="1413">
                  <a:moveTo>
                    <a:pt x="0" y="0"/>
                  </a:moveTo>
                  <a:lnTo>
                    <a:pt x="1071" y="871"/>
                  </a:lnTo>
                  <a:lnTo>
                    <a:pt x="1705" y="1389"/>
                  </a:lnTo>
                  <a:lnTo>
                    <a:pt x="634" y="1413"/>
                  </a:lnTo>
                  <a:lnTo>
                    <a:pt x="0" y="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0" name="Freeform 7"/>
            <p:cNvSpPr/>
            <p:nvPr/>
          </p:nvSpPr>
          <p:spPr bwMode="auto">
            <a:xfrm>
              <a:off x="4535488" y="3416680"/>
              <a:ext cx="1015604" cy="840581"/>
            </a:xfrm>
            <a:custGeom>
              <a:avLst/>
              <a:gdLst>
                <a:gd name="T0" fmla="*/ 634 w 1705"/>
                <a:gd name="T1" fmla="*/ 0 h 1411"/>
                <a:gd name="T2" fmla="*/ 1705 w 1705"/>
                <a:gd name="T3" fmla="*/ 48 h 1411"/>
                <a:gd name="T4" fmla="*/ 1071 w 1705"/>
                <a:gd name="T5" fmla="*/ 542 h 1411"/>
                <a:gd name="T6" fmla="*/ 0 w 1705"/>
                <a:gd name="T7" fmla="*/ 1411 h 1411"/>
                <a:gd name="T8" fmla="*/ 0 w 1705"/>
                <a:gd name="T9" fmla="*/ 514 h 1411"/>
                <a:gd name="T10" fmla="*/ 634 w 1705"/>
                <a:gd name="T11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5" h="1411">
                  <a:moveTo>
                    <a:pt x="634" y="0"/>
                  </a:moveTo>
                  <a:lnTo>
                    <a:pt x="1705" y="48"/>
                  </a:lnTo>
                  <a:lnTo>
                    <a:pt x="1071" y="542"/>
                  </a:lnTo>
                  <a:lnTo>
                    <a:pt x="0" y="1411"/>
                  </a:lnTo>
                  <a:lnTo>
                    <a:pt x="0" y="514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935538" y="3108308"/>
            <a:ext cx="661988" cy="660797"/>
            <a:chOff x="4935538" y="3108308"/>
            <a:chExt cx="661988" cy="660797"/>
          </a:xfrm>
        </p:grpSpPr>
        <p:sp>
          <p:nvSpPr>
            <p:cNvPr id="32" name="Freeform 34"/>
            <p:cNvSpPr/>
            <p:nvPr/>
          </p:nvSpPr>
          <p:spPr bwMode="auto">
            <a:xfrm>
              <a:off x="4935538" y="3108308"/>
              <a:ext cx="661988" cy="660797"/>
            </a:xfrm>
            <a:custGeom>
              <a:avLst/>
              <a:gdLst>
                <a:gd name="T0" fmla="*/ 650 w 1112"/>
                <a:gd name="T1" fmla="*/ 9 h 1110"/>
                <a:gd name="T2" fmla="*/ 705 w 1112"/>
                <a:gd name="T3" fmla="*/ 124 h 1110"/>
                <a:gd name="T4" fmla="*/ 776 w 1112"/>
                <a:gd name="T5" fmla="*/ 44 h 1110"/>
                <a:gd name="T6" fmla="*/ 833 w 1112"/>
                <a:gd name="T7" fmla="*/ 77 h 1110"/>
                <a:gd name="T8" fmla="*/ 924 w 1112"/>
                <a:gd name="T9" fmla="*/ 149 h 1110"/>
                <a:gd name="T10" fmla="*/ 937 w 1112"/>
                <a:gd name="T11" fmla="*/ 151 h 1110"/>
                <a:gd name="T12" fmla="*/ 978 w 1112"/>
                <a:gd name="T13" fmla="*/ 202 h 1110"/>
                <a:gd name="T14" fmla="*/ 1040 w 1112"/>
                <a:gd name="T15" fmla="*/ 301 h 1110"/>
                <a:gd name="T16" fmla="*/ 1054 w 1112"/>
                <a:gd name="T17" fmla="*/ 306 h 1110"/>
                <a:gd name="T18" fmla="*/ 1071 w 1112"/>
                <a:gd name="T19" fmla="*/ 370 h 1110"/>
                <a:gd name="T20" fmla="*/ 1102 w 1112"/>
                <a:gd name="T21" fmla="*/ 483 h 1110"/>
                <a:gd name="T22" fmla="*/ 1112 w 1112"/>
                <a:gd name="T23" fmla="*/ 545 h 1110"/>
                <a:gd name="T24" fmla="*/ 1102 w 1112"/>
                <a:gd name="T25" fmla="*/ 557 h 1110"/>
                <a:gd name="T26" fmla="*/ 1093 w 1112"/>
                <a:gd name="T27" fmla="*/ 673 h 1110"/>
                <a:gd name="T28" fmla="*/ 1081 w 1112"/>
                <a:gd name="T29" fmla="*/ 737 h 1110"/>
                <a:gd name="T30" fmla="*/ 1069 w 1112"/>
                <a:gd name="T31" fmla="*/ 743 h 1110"/>
                <a:gd name="T32" fmla="*/ 1021 w 1112"/>
                <a:gd name="T33" fmla="*/ 850 h 1110"/>
                <a:gd name="T34" fmla="*/ 988 w 1112"/>
                <a:gd name="T35" fmla="*/ 906 h 1110"/>
                <a:gd name="T36" fmla="*/ 972 w 1112"/>
                <a:gd name="T37" fmla="*/ 908 h 1110"/>
                <a:gd name="T38" fmla="*/ 891 w 1112"/>
                <a:gd name="T39" fmla="*/ 992 h 1110"/>
                <a:gd name="T40" fmla="*/ 842 w 1112"/>
                <a:gd name="T41" fmla="*/ 1032 h 1110"/>
                <a:gd name="T42" fmla="*/ 827 w 1112"/>
                <a:gd name="T43" fmla="*/ 1028 h 1110"/>
                <a:gd name="T44" fmla="*/ 722 w 1112"/>
                <a:gd name="T45" fmla="*/ 1075 h 1110"/>
                <a:gd name="T46" fmla="*/ 714 w 1112"/>
                <a:gd name="T47" fmla="*/ 1087 h 1110"/>
                <a:gd name="T48" fmla="*/ 650 w 1112"/>
                <a:gd name="T49" fmla="*/ 1096 h 1110"/>
                <a:gd name="T50" fmla="*/ 563 w 1112"/>
                <a:gd name="T51" fmla="*/ 1011 h 1110"/>
                <a:gd name="T52" fmla="*/ 526 w 1112"/>
                <a:gd name="T53" fmla="*/ 1110 h 1110"/>
                <a:gd name="T54" fmla="*/ 462 w 1112"/>
                <a:gd name="T55" fmla="*/ 1100 h 1110"/>
                <a:gd name="T56" fmla="*/ 408 w 1112"/>
                <a:gd name="T57" fmla="*/ 986 h 1110"/>
                <a:gd name="T58" fmla="*/ 336 w 1112"/>
                <a:gd name="T59" fmla="*/ 1065 h 1110"/>
                <a:gd name="T60" fmla="*/ 280 w 1112"/>
                <a:gd name="T61" fmla="*/ 1030 h 1110"/>
                <a:gd name="T62" fmla="*/ 188 w 1112"/>
                <a:gd name="T63" fmla="*/ 959 h 1110"/>
                <a:gd name="T64" fmla="*/ 175 w 1112"/>
                <a:gd name="T65" fmla="*/ 959 h 1110"/>
                <a:gd name="T66" fmla="*/ 134 w 1112"/>
                <a:gd name="T67" fmla="*/ 908 h 1110"/>
                <a:gd name="T68" fmla="*/ 72 w 1112"/>
                <a:gd name="T69" fmla="*/ 809 h 1110"/>
                <a:gd name="T70" fmla="*/ 58 w 1112"/>
                <a:gd name="T71" fmla="*/ 803 h 1110"/>
                <a:gd name="T72" fmla="*/ 43 w 1112"/>
                <a:gd name="T73" fmla="*/ 739 h 1110"/>
                <a:gd name="T74" fmla="*/ 10 w 1112"/>
                <a:gd name="T75" fmla="*/ 627 h 1110"/>
                <a:gd name="T76" fmla="*/ 0 w 1112"/>
                <a:gd name="T77" fmla="*/ 563 h 1110"/>
                <a:gd name="T78" fmla="*/ 10 w 1112"/>
                <a:gd name="T79" fmla="*/ 551 h 1110"/>
                <a:gd name="T80" fmla="*/ 20 w 1112"/>
                <a:gd name="T81" fmla="*/ 434 h 1110"/>
                <a:gd name="T82" fmla="*/ 31 w 1112"/>
                <a:gd name="T83" fmla="*/ 372 h 1110"/>
                <a:gd name="T84" fmla="*/ 43 w 1112"/>
                <a:gd name="T85" fmla="*/ 365 h 1110"/>
                <a:gd name="T86" fmla="*/ 91 w 1112"/>
                <a:gd name="T87" fmla="*/ 258 h 1110"/>
                <a:gd name="T88" fmla="*/ 124 w 1112"/>
                <a:gd name="T89" fmla="*/ 203 h 1110"/>
                <a:gd name="T90" fmla="*/ 140 w 1112"/>
                <a:gd name="T91" fmla="*/ 202 h 1110"/>
                <a:gd name="T92" fmla="*/ 221 w 1112"/>
                <a:gd name="T93" fmla="*/ 118 h 1110"/>
                <a:gd name="T94" fmla="*/ 272 w 1112"/>
                <a:gd name="T95" fmla="*/ 77 h 1110"/>
                <a:gd name="T96" fmla="*/ 285 w 1112"/>
                <a:gd name="T97" fmla="*/ 79 h 1110"/>
                <a:gd name="T98" fmla="*/ 390 w 1112"/>
                <a:gd name="T99" fmla="*/ 29 h 1110"/>
                <a:gd name="T100" fmla="*/ 450 w 1112"/>
                <a:gd name="T101" fmla="*/ 7 h 1110"/>
                <a:gd name="T102" fmla="*/ 464 w 1112"/>
                <a:gd name="T103" fmla="*/ 15 h 1110"/>
                <a:gd name="T104" fmla="*/ 580 w 1112"/>
                <a:gd name="T105" fmla="*/ 4 h 1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2" h="1110">
                  <a:moveTo>
                    <a:pt x="590" y="0"/>
                  </a:moveTo>
                  <a:lnTo>
                    <a:pt x="644" y="5"/>
                  </a:lnTo>
                  <a:lnTo>
                    <a:pt x="648" y="5"/>
                  </a:lnTo>
                  <a:lnTo>
                    <a:pt x="650" y="9"/>
                  </a:lnTo>
                  <a:lnTo>
                    <a:pt x="652" y="13"/>
                  </a:lnTo>
                  <a:lnTo>
                    <a:pt x="654" y="17"/>
                  </a:lnTo>
                  <a:lnTo>
                    <a:pt x="662" y="110"/>
                  </a:lnTo>
                  <a:lnTo>
                    <a:pt x="705" y="124"/>
                  </a:lnTo>
                  <a:lnTo>
                    <a:pt x="763" y="48"/>
                  </a:lnTo>
                  <a:lnTo>
                    <a:pt x="767" y="44"/>
                  </a:lnTo>
                  <a:lnTo>
                    <a:pt x="772" y="42"/>
                  </a:lnTo>
                  <a:lnTo>
                    <a:pt x="776" y="44"/>
                  </a:lnTo>
                  <a:lnTo>
                    <a:pt x="827" y="68"/>
                  </a:lnTo>
                  <a:lnTo>
                    <a:pt x="831" y="71"/>
                  </a:lnTo>
                  <a:lnTo>
                    <a:pt x="831" y="73"/>
                  </a:lnTo>
                  <a:lnTo>
                    <a:pt x="833" y="77"/>
                  </a:lnTo>
                  <a:lnTo>
                    <a:pt x="831" y="83"/>
                  </a:lnTo>
                  <a:lnTo>
                    <a:pt x="807" y="174"/>
                  </a:lnTo>
                  <a:lnTo>
                    <a:pt x="844" y="200"/>
                  </a:lnTo>
                  <a:lnTo>
                    <a:pt x="924" y="149"/>
                  </a:lnTo>
                  <a:lnTo>
                    <a:pt x="928" y="149"/>
                  </a:lnTo>
                  <a:lnTo>
                    <a:pt x="932" y="147"/>
                  </a:lnTo>
                  <a:lnTo>
                    <a:pt x="935" y="147"/>
                  </a:lnTo>
                  <a:lnTo>
                    <a:pt x="937" y="151"/>
                  </a:lnTo>
                  <a:lnTo>
                    <a:pt x="976" y="190"/>
                  </a:lnTo>
                  <a:lnTo>
                    <a:pt x="978" y="194"/>
                  </a:lnTo>
                  <a:lnTo>
                    <a:pt x="978" y="198"/>
                  </a:lnTo>
                  <a:lnTo>
                    <a:pt x="978" y="202"/>
                  </a:lnTo>
                  <a:lnTo>
                    <a:pt x="976" y="205"/>
                  </a:lnTo>
                  <a:lnTo>
                    <a:pt x="922" y="283"/>
                  </a:lnTo>
                  <a:lnTo>
                    <a:pt x="947" y="320"/>
                  </a:lnTo>
                  <a:lnTo>
                    <a:pt x="1040" y="301"/>
                  </a:lnTo>
                  <a:lnTo>
                    <a:pt x="1044" y="301"/>
                  </a:lnTo>
                  <a:lnTo>
                    <a:pt x="1048" y="301"/>
                  </a:lnTo>
                  <a:lnTo>
                    <a:pt x="1052" y="302"/>
                  </a:lnTo>
                  <a:lnTo>
                    <a:pt x="1054" y="306"/>
                  </a:lnTo>
                  <a:lnTo>
                    <a:pt x="1075" y="357"/>
                  </a:lnTo>
                  <a:lnTo>
                    <a:pt x="1077" y="361"/>
                  </a:lnTo>
                  <a:lnTo>
                    <a:pt x="1075" y="367"/>
                  </a:lnTo>
                  <a:lnTo>
                    <a:pt x="1071" y="370"/>
                  </a:lnTo>
                  <a:lnTo>
                    <a:pt x="994" y="425"/>
                  </a:lnTo>
                  <a:lnTo>
                    <a:pt x="1003" y="467"/>
                  </a:lnTo>
                  <a:lnTo>
                    <a:pt x="1098" y="481"/>
                  </a:lnTo>
                  <a:lnTo>
                    <a:pt x="1102" y="483"/>
                  </a:lnTo>
                  <a:lnTo>
                    <a:pt x="1104" y="483"/>
                  </a:lnTo>
                  <a:lnTo>
                    <a:pt x="1108" y="487"/>
                  </a:lnTo>
                  <a:lnTo>
                    <a:pt x="1108" y="491"/>
                  </a:lnTo>
                  <a:lnTo>
                    <a:pt x="1112" y="545"/>
                  </a:lnTo>
                  <a:lnTo>
                    <a:pt x="1112" y="549"/>
                  </a:lnTo>
                  <a:lnTo>
                    <a:pt x="1110" y="553"/>
                  </a:lnTo>
                  <a:lnTo>
                    <a:pt x="1106" y="555"/>
                  </a:lnTo>
                  <a:lnTo>
                    <a:pt x="1102" y="557"/>
                  </a:lnTo>
                  <a:lnTo>
                    <a:pt x="1011" y="582"/>
                  </a:lnTo>
                  <a:lnTo>
                    <a:pt x="1007" y="627"/>
                  </a:lnTo>
                  <a:lnTo>
                    <a:pt x="1091" y="671"/>
                  </a:lnTo>
                  <a:lnTo>
                    <a:pt x="1093" y="673"/>
                  </a:lnTo>
                  <a:lnTo>
                    <a:pt x="1097" y="675"/>
                  </a:lnTo>
                  <a:lnTo>
                    <a:pt x="1097" y="679"/>
                  </a:lnTo>
                  <a:lnTo>
                    <a:pt x="1097" y="683"/>
                  </a:lnTo>
                  <a:lnTo>
                    <a:pt x="1081" y="737"/>
                  </a:lnTo>
                  <a:lnTo>
                    <a:pt x="1079" y="739"/>
                  </a:lnTo>
                  <a:lnTo>
                    <a:pt x="1077" y="743"/>
                  </a:lnTo>
                  <a:lnTo>
                    <a:pt x="1073" y="743"/>
                  </a:lnTo>
                  <a:lnTo>
                    <a:pt x="1069" y="743"/>
                  </a:lnTo>
                  <a:lnTo>
                    <a:pt x="974" y="735"/>
                  </a:lnTo>
                  <a:lnTo>
                    <a:pt x="955" y="776"/>
                  </a:lnTo>
                  <a:lnTo>
                    <a:pt x="1019" y="846"/>
                  </a:lnTo>
                  <a:lnTo>
                    <a:pt x="1021" y="850"/>
                  </a:lnTo>
                  <a:lnTo>
                    <a:pt x="1023" y="854"/>
                  </a:lnTo>
                  <a:lnTo>
                    <a:pt x="1023" y="858"/>
                  </a:lnTo>
                  <a:lnTo>
                    <a:pt x="1021" y="862"/>
                  </a:lnTo>
                  <a:lnTo>
                    <a:pt x="988" y="906"/>
                  </a:lnTo>
                  <a:lnTo>
                    <a:pt x="984" y="908"/>
                  </a:lnTo>
                  <a:lnTo>
                    <a:pt x="982" y="908"/>
                  </a:lnTo>
                  <a:lnTo>
                    <a:pt x="978" y="908"/>
                  </a:lnTo>
                  <a:lnTo>
                    <a:pt x="972" y="908"/>
                  </a:lnTo>
                  <a:lnTo>
                    <a:pt x="887" y="867"/>
                  </a:lnTo>
                  <a:lnTo>
                    <a:pt x="854" y="898"/>
                  </a:lnTo>
                  <a:lnTo>
                    <a:pt x="891" y="988"/>
                  </a:lnTo>
                  <a:lnTo>
                    <a:pt x="891" y="992"/>
                  </a:lnTo>
                  <a:lnTo>
                    <a:pt x="891" y="995"/>
                  </a:lnTo>
                  <a:lnTo>
                    <a:pt x="891" y="997"/>
                  </a:lnTo>
                  <a:lnTo>
                    <a:pt x="887" y="1001"/>
                  </a:lnTo>
                  <a:lnTo>
                    <a:pt x="842" y="1032"/>
                  </a:lnTo>
                  <a:lnTo>
                    <a:pt x="838" y="1032"/>
                  </a:lnTo>
                  <a:lnTo>
                    <a:pt x="835" y="1032"/>
                  </a:lnTo>
                  <a:lnTo>
                    <a:pt x="831" y="1032"/>
                  </a:lnTo>
                  <a:lnTo>
                    <a:pt x="827" y="1028"/>
                  </a:lnTo>
                  <a:lnTo>
                    <a:pt x="761" y="962"/>
                  </a:lnTo>
                  <a:lnTo>
                    <a:pt x="739" y="972"/>
                  </a:lnTo>
                  <a:lnTo>
                    <a:pt x="718" y="980"/>
                  </a:lnTo>
                  <a:lnTo>
                    <a:pt x="722" y="1075"/>
                  </a:lnTo>
                  <a:lnTo>
                    <a:pt x="722" y="1079"/>
                  </a:lnTo>
                  <a:lnTo>
                    <a:pt x="720" y="1083"/>
                  </a:lnTo>
                  <a:lnTo>
                    <a:pt x="718" y="1087"/>
                  </a:lnTo>
                  <a:lnTo>
                    <a:pt x="714" y="1087"/>
                  </a:lnTo>
                  <a:lnTo>
                    <a:pt x="662" y="1100"/>
                  </a:lnTo>
                  <a:lnTo>
                    <a:pt x="658" y="1100"/>
                  </a:lnTo>
                  <a:lnTo>
                    <a:pt x="654" y="1100"/>
                  </a:lnTo>
                  <a:lnTo>
                    <a:pt x="650" y="1096"/>
                  </a:lnTo>
                  <a:lnTo>
                    <a:pt x="648" y="1093"/>
                  </a:lnTo>
                  <a:lnTo>
                    <a:pt x="608" y="1007"/>
                  </a:lnTo>
                  <a:lnTo>
                    <a:pt x="586" y="1009"/>
                  </a:lnTo>
                  <a:lnTo>
                    <a:pt x="563" y="1011"/>
                  </a:lnTo>
                  <a:lnTo>
                    <a:pt x="534" y="1100"/>
                  </a:lnTo>
                  <a:lnTo>
                    <a:pt x="532" y="1104"/>
                  </a:lnTo>
                  <a:lnTo>
                    <a:pt x="530" y="1108"/>
                  </a:lnTo>
                  <a:lnTo>
                    <a:pt x="526" y="1110"/>
                  </a:lnTo>
                  <a:lnTo>
                    <a:pt x="522" y="1110"/>
                  </a:lnTo>
                  <a:lnTo>
                    <a:pt x="468" y="1104"/>
                  </a:lnTo>
                  <a:lnTo>
                    <a:pt x="464" y="1102"/>
                  </a:lnTo>
                  <a:lnTo>
                    <a:pt x="462" y="1100"/>
                  </a:lnTo>
                  <a:lnTo>
                    <a:pt x="460" y="1096"/>
                  </a:lnTo>
                  <a:lnTo>
                    <a:pt x="458" y="1093"/>
                  </a:lnTo>
                  <a:lnTo>
                    <a:pt x="450" y="997"/>
                  </a:lnTo>
                  <a:lnTo>
                    <a:pt x="408" y="986"/>
                  </a:lnTo>
                  <a:lnTo>
                    <a:pt x="349" y="1060"/>
                  </a:lnTo>
                  <a:lnTo>
                    <a:pt x="346" y="1063"/>
                  </a:lnTo>
                  <a:lnTo>
                    <a:pt x="340" y="1065"/>
                  </a:lnTo>
                  <a:lnTo>
                    <a:pt x="336" y="1065"/>
                  </a:lnTo>
                  <a:lnTo>
                    <a:pt x="285" y="1040"/>
                  </a:lnTo>
                  <a:lnTo>
                    <a:pt x="281" y="1038"/>
                  </a:lnTo>
                  <a:lnTo>
                    <a:pt x="281" y="1034"/>
                  </a:lnTo>
                  <a:lnTo>
                    <a:pt x="280" y="1030"/>
                  </a:lnTo>
                  <a:lnTo>
                    <a:pt x="281" y="1027"/>
                  </a:lnTo>
                  <a:lnTo>
                    <a:pt x="305" y="935"/>
                  </a:lnTo>
                  <a:lnTo>
                    <a:pt x="268" y="908"/>
                  </a:lnTo>
                  <a:lnTo>
                    <a:pt x="188" y="959"/>
                  </a:lnTo>
                  <a:lnTo>
                    <a:pt x="184" y="961"/>
                  </a:lnTo>
                  <a:lnTo>
                    <a:pt x="181" y="961"/>
                  </a:lnTo>
                  <a:lnTo>
                    <a:pt x="177" y="961"/>
                  </a:lnTo>
                  <a:lnTo>
                    <a:pt x="175" y="959"/>
                  </a:lnTo>
                  <a:lnTo>
                    <a:pt x="136" y="918"/>
                  </a:lnTo>
                  <a:lnTo>
                    <a:pt x="134" y="914"/>
                  </a:lnTo>
                  <a:lnTo>
                    <a:pt x="134" y="912"/>
                  </a:lnTo>
                  <a:lnTo>
                    <a:pt x="134" y="908"/>
                  </a:lnTo>
                  <a:lnTo>
                    <a:pt x="136" y="904"/>
                  </a:lnTo>
                  <a:lnTo>
                    <a:pt x="190" y="827"/>
                  </a:lnTo>
                  <a:lnTo>
                    <a:pt x="165" y="788"/>
                  </a:lnTo>
                  <a:lnTo>
                    <a:pt x="72" y="809"/>
                  </a:lnTo>
                  <a:lnTo>
                    <a:pt x="68" y="809"/>
                  </a:lnTo>
                  <a:lnTo>
                    <a:pt x="64" y="807"/>
                  </a:lnTo>
                  <a:lnTo>
                    <a:pt x="60" y="805"/>
                  </a:lnTo>
                  <a:lnTo>
                    <a:pt x="58" y="803"/>
                  </a:lnTo>
                  <a:lnTo>
                    <a:pt x="37" y="753"/>
                  </a:lnTo>
                  <a:lnTo>
                    <a:pt x="35" y="747"/>
                  </a:lnTo>
                  <a:lnTo>
                    <a:pt x="37" y="743"/>
                  </a:lnTo>
                  <a:lnTo>
                    <a:pt x="43" y="739"/>
                  </a:lnTo>
                  <a:lnTo>
                    <a:pt x="118" y="685"/>
                  </a:lnTo>
                  <a:lnTo>
                    <a:pt x="109" y="640"/>
                  </a:lnTo>
                  <a:lnTo>
                    <a:pt x="16" y="627"/>
                  </a:lnTo>
                  <a:lnTo>
                    <a:pt x="10" y="627"/>
                  </a:lnTo>
                  <a:lnTo>
                    <a:pt x="8" y="625"/>
                  </a:lnTo>
                  <a:lnTo>
                    <a:pt x="4" y="621"/>
                  </a:lnTo>
                  <a:lnTo>
                    <a:pt x="4" y="617"/>
                  </a:lnTo>
                  <a:lnTo>
                    <a:pt x="0" y="563"/>
                  </a:lnTo>
                  <a:lnTo>
                    <a:pt x="0" y="559"/>
                  </a:lnTo>
                  <a:lnTo>
                    <a:pt x="2" y="555"/>
                  </a:lnTo>
                  <a:lnTo>
                    <a:pt x="6" y="553"/>
                  </a:lnTo>
                  <a:lnTo>
                    <a:pt x="10" y="551"/>
                  </a:lnTo>
                  <a:lnTo>
                    <a:pt x="101" y="526"/>
                  </a:lnTo>
                  <a:lnTo>
                    <a:pt x="107" y="483"/>
                  </a:lnTo>
                  <a:lnTo>
                    <a:pt x="21" y="438"/>
                  </a:lnTo>
                  <a:lnTo>
                    <a:pt x="20" y="434"/>
                  </a:lnTo>
                  <a:lnTo>
                    <a:pt x="16" y="433"/>
                  </a:lnTo>
                  <a:lnTo>
                    <a:pt x="16" y="429"/>
                  </a:lnTo>
                  <a:lnTo>
                    <a:pt x="16" y="425"/>
                  </a:lnTo>
                  <a:lnTo>
                    <a:pt x="31" y="372"/>
                  </a:lnTo>
                  <a:lnTo>
                    <a:pt x="33" y="368"/>
                  </a:lnTo>
                  <a:lnTo>
                    <a:pt x="35" y="367"/>
                  </a:lnTo>
                  <a:lnTo>
                    <a:pt x="39" y="365"/>
                  </a:lnTo>
                  <a:lnTo>
                    <a:pt x="43" y="365"/>
                  </a:lnTo>
                  <a:lnTo>
                    <a:pt x="138" y="372"/>
                  </a:lnTo>
                  <a:lnTo>
                    <a:pt x="157" y="332"/>
                  </a:lnTo>
                  <a:lnTo>
                    <a:pt x="95" y="262"/>
                  </a:lnTo>
                  <a:lnTo>
                    <a:pt x="91" y="258"/>
                  </a:lnTo>
                  <a:lnTo>
                    <a:pt x="91" y="256"/>
                  </a:lnTo>
                  <a:lnTo>
                    <a:pt x="91" y="252"/>
                  </a:lnTo>
                  <a:lnTo>
                    <a:pt x="93" y="248"/>
                  </a:lnTo>
                  <a:lnTo>
                    <a:pt x="124" y="203"/>
                  </a:lnTo>
                  <a:lnTo>
                    <a:pt x="128" y="200"/>
                  </a:lnTo>
                  <a:lnTo>
                    <a:pt x="132" y="200"/>
                  </a:lnTo>
                  <a:lnTo>
                    <a:pt x="136" y="200"/>
                  </a:lnTo>
                  <a:lnTo>
                    <a:pt x="140" y="202"/>
                  </a:lnTo>
                  <a:lnTo>
                    <a:pt x="225" y="240"/>
                  </a:lnTo>
                  <a:lnTo>
                    <a:pt x="258" y="209"/>
                  </a:lnTo>
                  <a:lnTo>
                    <a:pt x="223" y="122"/>
                  </a:lnTo>
                  <a:lnTo>
                    <a:pt x="221" y="118"/>
                  </a:lnTo>
                  <a:lnTo>
                    <a:pt x="221" y="114"/>
                  </a:lnTo>
                  <a:lnTo>
                    <a:pt x="223" y="110"/>
                  </a:lnTo>
                  <a:lnTo>
                    <a:pt x="225" y="108"/>
                  </a:lnTo>
                  <a:lnTo>
                    <a:pt x="272" y="77"/>
                  </a:lnTo>
                  <a:lnTo>
                    <a:pt x="276" y="75"/>
                  </a:lnTo>
                  <a:lnTo>
                    <a:pt x="280" y="75"/>
                  </a:lnTo>
                  <a:lnTo>
                    <a:pt x="281" y="77"/>
                  </a:lnTo>
                  <a:lnTo>
                    <a:pt x="285" y="79"/>
                  </a:lnTo>
                  <a:lnTo>
                    <a:pt x="353" y="145"/>
                  </a:lnTo>
                  <a:lnTo>
                    <a:pt x="394" y="128"/>
                  </a:lnTo>
                  <a:lnTo>
                    <a:pt x="390" y="33"/>
                  </a:lnTo>
                  <a:lnTo>
                    <a:pt x="390" y="29"/>
                  </a:lnTo>
                  <a:lnTo>
                    <a:pt x="392" y="25"/>
                  </a:lnTo>
                  <a:lnTo>
                    <a:pt x="394" y="23"/>
                  </a:lnTo>
                  <a:lnTo>
                    <a:pt x="398" y="21"/>
                  </a:lnTo>
                  <a:lnTo>
                    <a:pt x="450" y="7"/>
                  </a:lnTo>
                  <a:lnTo>
                    <a:pt x="454" y="7"/>
                  </a:lnTo>
                  <a:lnTo>
                    <a:pt x="458" y="9"/>
                  </a:lnTo>
                  <a:lnTo>
                    <a:pt x="462" y="11"/>
                  </a:lnTo>
                  <a:lnTo>
                    <a:pt x="464" y="15"/>
                  </a:lnTo>
                  <a:lnTo>
                    <a:pt x="505" y="101"/>
                  </a:lnTo>
                  <a:lnTo>
                    <a:pt x="549" y="99"/>
                  </a:lnTo>
                  <a:lnTo>
                    <a:pt x="578" y="7"/>
                  </a:lnTo>
                  <a:lnTo>
                    <a:pt x="580" y="4"/>
                  </a:lnTo>
                  <a:lnTo>
                    <a:pt x="582" y="2"/>
                  </a:lnTo>
                  <a:lnTo>
                    <a:pt x="586" y="0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5046266" y="3217846"/>
              <a:ext cx="440531" cy="441722"/>
            </a:xfrm>
            <a:custGeom>
              <a:avLst/>
              <a:gdLst>
                <a:gd name="T0" fmla="*/ 342 w 740"/>
                <a:gd name="T1" fmla="*/ 0 h 742"/>
                <a:gd name="T2" fmla="*/ 400 w 740"/>
                <a:gd name="T3" fmla="*/ 0 h 742"/>
                <a:gd name="T4" fmla="*/ 458 w 740"/>
                <a:gd name="T5" fmla="*/ 10 h 742"/>
                <a:gd name="T6" fmla="*/ 513 w 740"/>
                <a:gd name="T7" fmla="*/ 27 h 742"/>
                <a:gd name="T8" fmla="*/ 563 w 740"/>
                <a:gd name="T9" fmla="*/ 52 h 742"/>
                <a:gd name="T10" fmla="*/ 610 w 740"/>
                <a:gd name="T11" fmla="*/ 85 h 742"/>
                <a:gd name="T12" fmla="*/ 650 w 740"/>
                <a:gd name="T13" fmla="*/ 126 h 742"/>
                <a:gd name="T14" fmla="*/ 685 w 740"/>
                <a:gd name="T15" fmla="*/ 173 h 742"/>
                <a:gd name="T16" fmla="*/ 713 w 740"/>
                <a:gd name="T17" fmla="*/ 225 h 742"/>
                <a:gd name="T18" fmla="*/ 730 w 740"/>
                <a:gd name="T19" fmla="*/ 282 h 742"/>
                <a:gd name="T20" fmla="*/ 740 w 740"/>
                <a:gd name="T21" fmla="*/ 342 h 742"/>
                <a:gd name="T22" fmla="*/ 740 w 740"/>
                <a:gd name="T23" fmla="*/ 402 h 742"/>
                <a:gd name="T24" fmla="*/ 732 w 740"/>
                <a:gd name="T25" fmla="*/ 458 h 742"/>
                <a:gd name="T26" fmla="*/ 713 w 740"/>
                <a:gd name="T27" fmla="*/ 513 h 742"/>
                <a:gd name="T28" fmla="*/ 687 w 740"/>
                <a:gd name="T29" fmla="*/ 563 h 742"/>
                <a:gd name="T30" fmla="*/ 654 w 740"/>
                <a:gd name="T31" fmla="*/ 610 h 742"/>
                <a:gd name="T32" fmla="*/ 614 w 740"/>
                <a:gd name="T33" fmla="*/ 650 h 742"/>
                <a:gd name="T34" fmla="*/ 567 w 740"/>
                <a:gd name="T35" fmla="*/ 685 h 742"/>
                <a:gd name="T36" fmla="*/ 515 w 740"/>
                <a:gd name="T37" fmla="*/ 712 h 742"/>
                <a:gd name="T38" fmla="*/ 458 w 740"/>
                <a:gd name="T39" fmla="*/ 732 h 742"/>
                <a:gd name="T40" fmla="*/ 398 w 740"/>
                <a:gd name="T41" fmla="*/ 742 h 742"/>
                <a:gd name="T42" fmla="*/ 340 w 740"/>
                <a:gd name="T43" fmla="*/ 742 h 742"/>
                <a:gd name="T44" fmla="*/ 282 w 740"/>
                <a:gd name="T45" fmla="*/ 732 h 742"/>
                <a:gd name="T46" fmla="*/ 227 w 740"/>
                <a:gd name="T47" fmla="*/ 714 h 742"/>
                <a:gd name="T48" fmla="*/ 177 w 740"/>
                <a:gd name="T49" fmla="*/ 687 h 742"/>
                <a:gd name="T50" fmla="*/ 130 w 740"/>
                <a:gd name="T51" fmla="*/ 654 h 742"/>
                <a:gd name="T52" fmla="*/ 90 w 740"/>
                <a:gd name="T53" fmla="*/ 615 h 742"/>
                <a:gd name="T54" fmla="*/ 55 w 740"/>
                <a:gd name="T55" fmla="*/ 569 h 742"/>
                <a:gd name="T56" fmla="*/ 28 w 740"/>
                <a:gd name="T57" fmla="*/ 516 h 742"/>
                <a:gd name="T58" fmla="*/ 10 w 740"/>
                <a:gd name="T59" fmla="*/ 458 h 742"/>
                <a:gd name="T60" fmla="*/ 0 w 740"/>
                <a:gd name="T61" fmla="*/ 398 h 742"/>
                <a:gd name="T62" fmla="*/ 0 w 740"/>
                <a:gd name="T63" fmla="*/ 340 h 742"/>
                <a:gd name="T64" fmla="*/ 8 w 740"/>
                <a:gd name="T65" fmla="*/ 283 h 742"/>
                <a:gd name="T66" fmla="*/ 28 w 740"/>
                <a:gd name="T67" fmla="*/ 229 h 742"/>
                <a:gd name="T68" fmla="*/ 53 w 740"/>
                <a:gd name="T69" fmla="*/ 177 h 742"/>
                <a:gd name="T70" fmla="*/ 86 w 740"/>
                <a:gd name="T71" fmla="*/ 132 h 742"/>
                <a:gd name="T72" fmla="*/ 127 w 740"/>
                <a:gd name="T73" fmla="*/ 89 h 742"/>
                <a:gd name="T74" fmla="*/ 173 w 740"/>
                <a:gd name="T75" fmla="*/ 56 h 742"/>
                <a:gd name="T76" fmla="*/ 226 w 740"/>
                <a:gd name="T77" fmla="*/ 29 h 742"/>
                <a:gd name="T78" fmla="*/ 282 w 740"/>
                <a:gd name="T79" fmla="*/ 10 h 742"/>
                <a:gd name="T80" fmla="*/ 342 w 740"/>
                <a:gd name="T81" fmla="*/ 0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40" h="742">
                  <a:moveTo>
                    <a:pt x="342" y="0"/>
                  </a:moveTo>
                  <a:lnTo>
                    <a:pt x="400" y="0"/>
                  </a:lnTo>
                  <a:lnTo>
                    <a:pt x="458" y="10"/>
                  </a:lnTo>
                  <a:lnTo>
                    <a:pt x="513" y="27"/>
                  </a:lnTo>
                  <a:lnTo>
                    <a:pt x="563" y="52"/>
                  </a:lnTo>
                  <a:lnTo>
                    <a:pt x="610" y="85"/>
                  </a:lnTo>
                  <a:lnTo>
                    <a:pt x="650" y="126"/>
                  </a:lnTo>
                  <a:lnTo>
                    <a:pt x="685" y="173"/>
                  </a:lnTo>
                  <a:lnTo>
                    <a:pt x="713" y="225"/>
                  </a:lnTo>
                  <a:lnTo>
                    <a:pt x="730" y="282"/>
                  </a:lnTo>
                  <a:lnTo>
                    <a:pt x="740" y="342"/>
                  </a:lnTo>
                  <a:lnTo>
                    <a:pt x="740" y="402"/>
                  </a:lnTo>
                  <a:lnTo>
                    <a:pt x="732" y="458"/>
                  </a:lnTo>
                  <a:lnTo>
                    <a:pt x="713" y="513"/>
                  </a:lnTo>
                  <a:lnTo>
                    <a:pt x="687" y="563"/>
                  </a:lnTo>
                  <a:lnTo>
                    <a:pt x="654" y="610"/>
                  </a:lnTo>
                  <a:lnTo>
                    <a:pt x="614" y="650"/>
                  </a:lnTo>
                  <a:lnTo>
                    <a:pt x="567" y="685"/>
                  </a:lnTo>
                  <a:lnTo>
                    <a:pt x="515" y="712"/>
                  </a:lnTo>
                  <a:lnTo>
                    <a:pt x="458" y="732"/>
                  </a:lnTo>
                  <a:lnTo>
                    <a:pt x="398" y="742"/>
                  </a:lnTo>
                  <a:lnTo>
                    <a:pt x="340" y="742"/>
                  </a:lnTo>
                  <a:lnTo>
                    <a:pt x="282" y="732"/>
                  </a:lnTo>
                  <a:lnTo>
                    <a:pt x="227" y="714"/>
                  </a:lnTo>
                  <a:lnTo>
                    <a:pt x="177" y="687"/>
                  </a:lnTo>
                  <a:lnTo>
                    <a:pt x="130" y="654"/>
                  </a:lnTo>
                  <a:lnTo>
                    <a:pt x="90" y="615"/>
                  </a:lnTo>
                  <a:lnTo>
                    <a:pt x="55" y="569"/>
                  </a:lnTo>
                  <a:lnTo>
                    <a:pt x="28" y="516"/>
                  </a:lnTo>
                  <a:lnTo>
                    <a:pt x="10" y="458"/>
                  </a:lnTo>
                  <a:lnTo>
                    <a:pt x="0" y="398"/>
                  </a:lnTo>
                  <a:lnTo>
                    <a:pt x="0" y="340"/>
                  </a:lnTo>
                  <a:lnTo>
                    <a:pt x="8" y="283"/>
                  </a:lnTo>
                  <a:lnTo>
                    <a:pt x="28" y="229"/>
                  </a:lnTo>
                  <a:lnTo>
                    <a:pt x="53" y="177"/>
                  </a:lnTo>
                  <a:lnTo>
                    <a:pt x="86" y="132"/>
                  </a:lnTo>
                  <a:lnTo>
                    <a:pt x="127" y="89"/>
                  </a:lnTo>
                  <a:lnTo>
                    <a:pt x="173" y="56"/>
                  </a:lnTo>
                  <a:lnTo>
                    <a:pt x="226" y="29"/>
                  </a:lnTo>
                  <a:lnTo>
                    <a:pt x="282" y="1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5071270" y="3242849"/>
              <a:ext cx="390525" cy="390525"/>
            </a:xfrm>
            <a:custGeom>
              <a:avLst/>
              <a:gdLst>
                <a:gd name="T0" fmla="*/ 353 w 656"/>
                <a:gd name="T1" fmla="*/ 0 h 656"/>
                <a:gd name="T2" fmla="*/ 404 w 656"/>
                <a:gd name="T3" fmla="*/ 8 h 656"/>
                <a:gd name="T4" fmla="*/ 452 w 656"/>
                <a:gd name="T5" fmla="*/ 23 h 656"/>
                <a:gd name="T6" fmla="*/ 499 w 656"/>
                <a:gd name="T7" fmla="*/ 44 h 656"/>
                <a:gd name="T8" fmla="*/ 540 w 656"/>
                <a:gd name="T9" fmla="*/ 75 h 656"/>
                <a:gd name="T10" fmla="*/ 577 w 656"/>
                <a:gd name="T11" fmla="*/ 110 h 656"/>
                <a:gd name="T12" fmla="*/ 608 w 656"/>
                <a:gd name="T13" fmla="*/ 151 h 656"/>
                <a:gd name="T14" fmla="*/ 631 w 656"/>
                <a:gd name="T15" fmla="*/ 198 h 656"/>
                <a:gd name="T16" fmla="*/ 648 w 656"/>
                <a:gd name="T17" fmla="*/ 250 h 656"/>
                <a:gd name="T18" fmla="*/ 656 w 656"/>
                <a:gd name="T19" fmla="*/ 301 h 656"/>
                <a:gd name="T20" fmla="*/ 656 w 656"/>
                <a:gd name="T21" fmla="*/ 353 h 656"/>
                <a:gd name="T22" fmla="*/ 648 w 656"/>
                <a:gd name="T23" fmla="*/ 402 h 656"/>
                <a:gd name="T24" fmla="*/ 631 w 656"/>
                <a:gd name="T25" fmla="*/ 450 h 656"/>
                <a:gd name="T26" fmla="*/ 609 w 656"/>
                <a:gd name="T27" fmla="*/ 497 h 656"/>
                <a:gd name="T28" fmla="*/ 580 w 656"/>
                <a:gd name="T29" fmla="*/ 537 h 656"/>
                <a:gd name="T30" fmla="*/ 544 w 656"/>
                <a:gd name="T31" fmla="*/ 574 h 656"/>
                <a:gd name="T32" fmla="*/ 503 w 656"/>
                <a:gd name="T33" fmla="*/ 605 h 656"/>
                <a:gd name="T34" fmla="*/ 458 w 656"/>
                <a:gd name="T35" fmla="*/ 631 h 656"/>
                <a:gd name="T36" fmla="*/ 406 w 656"/>
                <a:gd name="T37" fmla="*/ 646 h 656"/>
                <a:gd name="T38" fmla="*/ 348 w 656"/>
                <a:gd name="T39" fmla="*/ 656 h 656"/>
                <a:gd name="T40" fmla="*/ 291 w 656"/>
                <a:gd name="T41" fmla="*/ 654 h 656"/>
                <a:gd name="T42" fmla="*/ 235 w 656"/>
                <a:gd name="T43" fmla="*/ 642 h 656"/>
                <a:gd name="T44" fmla="*/ 183 w 656"/>
                <a:gd name="T45" fmla="*/ 623 h 656"/>
                <a:gd name="T46" fmla="*/ 134 w 656"/>
                <a:gd name="T47" fmla="*/ 594 h 656"/>
                <a:gd name="T48" fmla="*/ 93 w 656"/>
                <a:gd name="T49" fmla="*/ 557 h 656"/>
                <a:gd name="T50" fmla="*/ 56 w 656"/>
                <a:gd name="T51" fmla="*/ 512 h 656"/>
                <a:gd name="T52" fmla="*/ 29 w 656"/>
                <a:gd name="T53" fmla="*/ 462 h 656"/>
                <a:gd name="T54" fmla="*/ 10 w 656"/>
                <a:gd name="T55" fmla="*/ 405 h 656"/>
                <a:gd name="T56" fmla="*/ 0 w 656"/>
                <a:gd name="T57" fmla="*/ 347 h 656"/>
                <a:gd name="T58" fmla="*/ 2 w 656"/>
                <a:gd name="T59" fmla="*/ 289 h 656"/>
                <a:gd name="T60" fmla="*/ 14 w 656"/>
                <a:gd name="T61" fmla="*/ 235 h 656"/>
                <a:gd name="T62" fmla="*/ 33 w 656"/>
                <a:gd name="T63" fmla="*/ 182 h 656"/>
                <a:gd name="T64" fmla="*/ 62 w 656"/>
                <a:gd name="T65" fmla="*/ 136 h 656"/>
                <a:gd name="T66" fmla="*/ 99 w 656"/>
                <a:gd name="T67" fmla="*/ 93 h 656"/>
                <a:gd name="T68" fmla="*/ 142 w 656"/>
                <a:gd name="T69" fmla="*/ 56 h 656"/>
                <a:gd name="T70" fmla="*/ 192 w 656"/>
                <a:gd name="T71" fmla="*/ 29 h 656"/>
                <a:gd name="T72" fmla="*/ 249 w 656"/>
                <a:gd name="T73" fmla="*/ 9 h 656"/>
                <a:gd name="T74" fmla="*/ 301 w 656"/>
                <a:gd name="T75" fmla="*/ 0 h 656"/>
                <a:gd name="T76" fmla="*/ 353 w 656"/>
                <a:gd name="T77" fmla="*/ 0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56" h="656">
                  <a:moveTo>
                    <a:pt x="353" y="0"/>
                  </a:moveTo>
                  <a:lnTo>
                    <a:pt x="404" y="8"/>
                  </a:lnTo>
                  <a:lnTo>
                    <a:pt x="452" y="23"/>
                  </a:lnTo>
                  <a:lnTo>
                    <a:pt x="499" y="44"/>
                  </a:lnTo>
                  <a:lnTo>
                    <a:pt x="540" y="75"/>
                  </a:lnTo>
                  <a:lnTo>
                    <a:pt x="577" y="110"/>
                  </a:lnTo>
                  <a:lnTo>
                    <a:pt x="608" y="151"/>
                  </a:lnTo>
                  <a:lnTo>
                    <a:pt x="631" y="198"/>
                  </a:lnTo>
                  <a:lnTo>
                    <a:pt x="648" y="250"/>
                  </a:lnTo>
                  <a:lnTo>
                    <a:pt x="656" y="301"/>
                  </a:lnTo>
                  <a:lnTo>
                    <a:pt x="656" y="353"/>
                  </a:lnTo>
                  <a:lnTo>
                    <a:pt x="648" y="402"/>
                  </a:lnTo>
                  <a:lnTo>
                    <a:pt x="631" y="450"/>
                  </a:lnTo>
                  <a:lnTo>
                    <a:pt x="609" y="497"/>
                  </a:lnTo>
                  <a:lnTo>
                    <a:pt x="580" y="537"/>
                  </a:lnTo>
                  <a:lnTo>
                    <a:pt x="544" y="574"/>
                  </a:lnTo>
                  <a:lnTo>
                    <a:pt x="503" y="605"/>
                  </a:lnTo>
                  <a:lnTo>
                    <a:pt x="458" y="631"/>
                  </a:lnTo>
                  <a:lnTo>
                    <a:pt x="406" y="646"/>
                  </a:lnTo>
                  <a:lnTo>
                    <a:pt x="348" y="656"/>
                  </a:lnTo>
                  <a:lnTo>
                    <a:pt x="291" y="654"/>
                  </a:lnTo>
                  <a:lnTo>
                    <a:pt x="235" y="642"/>
                  </a:lnTo>
                  <a:lnTo>
                    <a:pt x="183" y="623"/>
                  </a:lnTo>
                  <a:lnTo>
                    <a:pt x="134" y="594"/>
                  </a:lnTo>
                  <a:lnTo>
                    <a:pt x="93" y="557"/>
                  </a:lnTo>
                  <a:lnTo>
                    <a:pt x="56" y="512"/>
                  </a:lnTo>
                  <a:lnTo>
                    <a:pt x="29" y="462"/>
                  </a:lnTo>
                  <a:lnTo>
                    <a:pt x="10" y="405"/>
                  </a:lnTo>
                  <a:lnTo>
                    <a:pt x="0" y="347"/>
                  </a:lnTo>
                  <a:lnTo>
                    <a:pt x="2" y="289"/>
                  </a:lnTo>
                  <a:lnTo>
                    <a:pt x="14" y="235"/>
                  </a:lnTo>
                  <a:lnTo>
                    <a:pt x="33" y="182"/>
                  </a:lnTo>
                  <a:lnTo>
                    <a:pt x="62" y="136"/>
                  </a:lnTo>
                  <a:lnTo>
                    <a:pt x="99" y="93"/>
                  </a:lnTo>
                  <a:lnTo>
                    <a:pt x="142" y="56"/>
                  </a:lnTo>
                  <a:lnTo>
                    <a:pt x="192" y="29"/>
                  </a:lnTo>
                  <a:lnTo>
                    <a:pt x="249" y="9"/>
                  </a:lnTo>
                  <a:lnTo>
                    <a:pt x="301" y="0"/>
                  </a:lnTo>
                  <a:lnTo>
                    <a:pt x="353" y="0"/>
                  </a:lnTo>
                  <a:close/>
                </a:path>
              </a:pathLst>
            </a:custGeom>
            <a:solidFill>
              <a:srgbClr val="324C64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rPr>
                <a:t>3</a:t>
              </a:r>
              <a:endParaRPr lang="zh-CN" altLang="en-US" sz="2000" b="1" kern="0" dirty="0">
                <a:solidFill>
                  <a:schemeClr val="bg1"/>
                </a:solidFill>
                <a:latin typeface="+mn-ea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18694" y="3163491"/>
            <a:ext cx="1016794" cy="1638300"/>
            <a:chOff x="3518694" y="3163491"/>
            <a:chExt cx="1016794" cy="1638300"/>
          </a:xfrm>
        </p:grpSpPr>
        <p:sp>
          <p:nvSpPr>
            <p:cNvPr id="36" name="Freeform 20"/>
            <p:cNvSpPr/>
            <p:nvPr/>
          </p:nvSpPr>
          <p:spPr bwMode="auto">
            <a:xfrm>
              <a:off x="3518694" y="3163491"/>
              <a:ext cx="1016794" cy="840581"/>
            </a:xfrm>
            <a:custGeom>
              <a:avLst/>
              <a:gdLst>
                <a:gd name="T0" fmla="*/ 1708 w 1708"/>
                <a:gd name="T1" fmla="*/ 0 h 1414"/>
                <a:gd name="T2" fmla="*/ 1708 w 1708"/>
                <a:gd name="T3" fmla="*/ 897 h 1414"/>
                <a:gd name="T4" fmla="*/ 1073 w 1708"/>
                <a:gd name="T5" fmla="*/ 1414 h 1414"/>
                <a:gd name="T6" fmla="*/ 0 w 1708"/>
                <a:gd name="T7" fmla="*/ 1390 h 1414"/>
                <a:gd name="T8" fmla="*/ 636 w 1708"/>
                <a:gd name="T9" fmla="*/ 872 h 1414"/>
                <a:gd name="T10" fmla="*/ 1708 w 1708"/>
                <a:gd name="T11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1414">
                  <a:moveTo>
                    <a:pt x="1708" y="0"/>
                  </a:moveTo>
                  <a:lnTo>
                    <a:pt x="1708" y="897"/>
                  </a:lnTo>
                  <a:lnTo>
                    <a:pt x="1073" y="1414"/>
                  </a:lnTo>
                  <a:lnTo>
                    <a:pt x="0" y="1390"/>
                  </a:lnTo>
                  <a:lnTo>
                    <a:pt x="636" y="872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37" name="Freeform 21"/>
            <p:cNvSpPr/>
            <p:nvPr/>
          </p:nvSpPr>
          <p:spPr bwMode="auto">
            <a:xfrm>
              <a:off x="3518694" y="3960019"/>
              <a:ext cx="1016794" cy="841772"/>
            </a:xfrm>
            <a:custGeom>
              <a:avLst/>
              <a:gdLst>
                <a:gd name="T0" fmla="*/ 1073 w 1708"/>
                <a:gd name="T1" fmla="*/ 0 h 1413"/>
                <a:gd name="T2" fmla="*/ 1708 w 1708"/>
                <a:gd name="T3" fmla="*/ 516 h 1413"/>
                <a:gd name="T4" fmla="*/ 1708 w 1708"/>
                <a:gd name="T5" fmla="*/ 1413 h 1413"/>
                <a:gd name="T6" fmla="*/ 636 w 1708"/>
                <a:gd name="T7" fmla="*/ 541 h 1413"/>
                <a:gd name="T8" fmla="*/ 0 w 1708"/>
                <a:gd name="T9" fmla="*/ 50 h 1413"/>
                <a:gd name="T10" fmla="*/ 1073 w 1708"/>
                <a:gd name="T11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08" h="1413">
                  <a:moveTo>
                    <a:pt x="1073" y="0"/>
                  </a:moveTo>
                  <a:lnTo>
                    <a:pt x="1708" y="516"/>
                  </a:lnTo>
                  <a:lnTo>
                    <a:pt x="1708" y="1413"/>
                  </a:lnTo>
                  <a:lnTo>
                    <a:pt x="636" y="541"/>
                  </a:lnTo>
                  <a:lnTo>
                    <a:pt x="0" y="50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3498453" y="3652838"/>
            <a:ext cx="661988" cy="660797"/>
            <a:chOff x="3498453" y="3652838"/>
            <a:chExt cx="661988" cy="660797"/>
          </a:xfrm>
        </p:grpSpPr>
        <p:sp>
          <p:nvSpPr>
            <p:cNvPr id="39" name="Freeform 37"/>
            <p:cNvSpPr/>
            <p:nvPr/>
          </p:nvSpPr>
          <p:spPr bwMode="auto">
            <a:xfrm>
              <a:off x="3498453" y="3652838"/>
              <a:ext cx="661988" cy="660797"/>
            </a:xfrm>
            <a:custGeom>
              <a:avLst/>
              <a:gdLst>
                <a:gd name="T0" fmla="*/ 650 w 1112"/>
                <a:gd name="T1" fmla="*/ 10 h 1111"/>
                <a:gd name="T2" fmla="*/ 704 w 1112"/>
                <a:gd name="T3" fmla="*/ 125 h 1111"/>
                <a:gd name="T4" fmla="*/ 778 w 1112"/>
                <a:gd name="T5" fmla="*/ 45 h 1111"/>
                <a:gd name="T6" fmla="*/ 833 w 1112"/>
                <a:gd name="T7" fmla="*/ 78 h 1111"/>
                <a:gd name="T8" fmla="*/ 924 w 1112"/>
                <a:gd name="T9" fmla="*/ 150 h 1111"/>
                <a:gd name="T10" fmla="*/ 939 w 1112"/>
                <a:gd name="T11" fmla="*/ 150 h 1111"/>
                <a:gd name="T12" fmla="*/ 978 w 1112"/>
                <a:gd name="T13" fmla="*/ 202 h 1111"/>
                <a:gd name="T14" fmla="*/ 1040 w 1112"/>
                <a:gd name="T15" fmla="*/ 301 h 1111"/>
                <a:gd name="T16" fmla="*/ 1054 w 1112"/>
                <a:gd name="T17" fmla="*/ 305 h 1111"/>
                <a:gd name="T18" fmla="*/ 1071 w 1112"/>
                <a:gd name="T19" fmla="*/ 369 h 1111"/>
                <a:gd name="T20" fmla="*/ 1102 w 1112"/>
                <a:gd name="T21" fmla="*/ 482 h 1111"/>
                <a:gd name="T22" fmla="*/ 1112 w 1112"/>
                <a:gd name="T23" fmla="*/ 546 h 1111"/>
                <a:gd name="T24" fmla="*/ 1102 w 1112"/>
                <a:gd name="T25" fmla="*/ 558 h 1111"/>
                <a:gd name="T26" fmla="*/ 1094 w 1112"/>
                <a:gd name="T27" fmla="*/ 674 h 1111"/>
                <a:gd name="T28" fmla="*/ 1081 w 1112"/>
                <a:gd name="T29" fmla="*/ 736 h 1111"/>
                <a:gd name="T30" fmla="*/ 1069 w 1112"/>
                <a:gd name="T31" fmla="*/ 744 h 1111"/>
                <a:gd name="T32" fmla="*/ 1021 w 1112"/>
                <a:gd name="T33" fmla="*/ 851 h 1111"/>
                <a:gd name="T34" fmla="*/ 988 w 1112"/>
                <a:gd name="T35" fmla="*/ 905 h 1111"/>
                <a:gd name="T36" fmla="*/ 974 w 1112"/>
                <a:gd name="T37" fmla="*/ 909 h 1111"/>
                <a:gd name="T38" fmla="*/ 893 w 1112"/>
                <a:gd name="T39" fmla="*/ 990 h 1111"/>
                <a:gd name="T40" fmla="*/ 842 w 1112"/>
                <a:gd name="T41" fmla="*/ 1033 h 1111"/>
                <a:gd name="T42" fmla="*/ 827 w 1112"/>
                <a:gd name="T43" fmla="*/ 1029 h 1111"/>
                <a:gd name="T44" fmla="*/ 722 w 1112"/>
                <a:gd name="T45" fmla="*/ 1076 h 1111"/>
                <a:gd name="T46" fmla="*/ 716 w 1112"/>
                <a:gd name="T47" fmla="*/ 1088 h 1111"/>
                <a:gd name="T48" fmla="*/ 650 w 1112"/>
                <a:gd name="T49" fmla="*/ 1097 h 1111"/>
                <a:gd name="T50" fmla="*/ 563 w 1112"/>
                <a:gd name="T51" fmla="*/ 1012 h 1111"/>
                <a:gd name="T52" fmla="*/ 528 w 1112"/>
                <a:gd name="T53" fmla="*/ 1109 h 1111"/>
                <a:gd name="T54" fmla="*/ 462 w 1112"/>
                <a:gd name="T55" fmla="*/ 1101 h 1111"/>
                <a:gd name="T56" fmla="*/ 408 w 1112"/>
                <a:gd name="T57" fmla="*/ 987 h 1111"/>
                <a:gd name="T58" fmla="*/ 336 w 1112"/>
                <a:gd name="T59" fmla="*/ 1066 h 1111"/>
                <a:gd name="T60" fmla="*/ 279 w 1112"/>
                <a:gd name="T61" fmla="*/ 1031 h 1111"/>
                <a:gd name="T62" fmla="*/ 188 w 1112"/>
                <a:gd name="T63" fmla="*/ 959 h 1111"/>
                <a:gd name="T64" fmla="*/ 175 w 1112"/>
                <a:gd name="T65" fmla="*/ 959 h 1111"/>
                <a:gd name="T66" fmla="*/ 134 w 1112"/>
                <a:gd name="T67" fmla="*/ 907 h 1111"/>
                <a:gd name="T68" fmla="*/ 72 w 1112"/>
                <a:gd name="T69" fmla="*/ 808 h 1111"/>
                <a:gd name="T70" fmla="*/ 58 w 1112"/>
                <a:gd name="T71" fmla="*/ 804 h 1111"/>
                <a:gd name="T72" fmla="*/ 43 w 1112"/>
                <a:gd name="T73" fmla="*/ 740 h 1111"/>
                <a:gd name="T74" fmla="*/ 12 w 1112"/>
                <a:gd name="T75" fmla="*/ 627 h 1111"/>
                <a:gd name="T76" fmla="*/ 0 w 1112"/>
                <a:gd name="T77" fmla="*/ 563 h 1111"/>
                <a:gd name="T78" fmla="*/ 10 w 1112"/>
                <a:gd name="T79" fmla="*/ 552 h 1111"/>
                <a:gd name="T80" fmla="*/ 19 w 1112"/>
                <a:gd name="T81" fmla="*/ 435 h 1111"/>
                <a:gd name="T82" fmla="*/ 31 w 1112"/>
                <a:gd name="T83" fmla="*/ 373 h 1111"/>
                <a:gd name="T84" fmla="*/ 45 w 1112"/>
                <a:gd name="T85" fmla="*/ 365 h 1111"/>
                <a:gd name="T86" fmla="*/ 93 w 1112"/>
                <a:gd name="T87" fmla="*/ 259 h 1111"/>
                <a:gd name="T88" fmla="*/ 126 w 1112"/>
                <a:gd name="T89" fmla="*/ 204 h 1111"/>
                <a:gd name="T90" fmla="*/ 140 w 1112"/>
                <a:gd name="T91" fmla="*/ 202 h 1111"/>
                <a:gd name="T92" fmla="*/ 221 w 1112"/>
                <a:gd name="T93" fmla="*/ 119 h 1111"/>
                <a:gd name="T94" fmla="*/ 272 w 1112"/>
                <a:gd name="T95" fmla="*/ 78 h 1111"/>
                <a:gd name="T96" fmla="*/ 285 w 1112"/>
                <a:gd name="T97" fmla="*/ 80 h 1111"/>
                <a:gd name="T98" fmla="*/ 390 w 1112"/>
                <a:gd name="T99" fmla="*/ 30 h 1111"/>
                <a:gd name="T100" fmla="*/ 452 w 1112"/>
                <a:gd name="T101" fmla="*/ 8 h 1111"/>
                <a:gd name="T102" fmla="*/ 464 w 1112"/>
                <a:gd name="T103" fmla="*/ 16 h 1111"/>
                <a:gd name="T104" fmla="*/ 580 w 1112"/>
                <a:gd name="T105" fmla="*/ 4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12" h="1111">
                  <a:moveTo>
                    <a:pt x="590" y="0"/>
                  </a:moveTo>
                  <a:lnTo>
                    <a:pt x="644" y="6"/>
                  </a:lnTo>
                  <a:lnTo>
                    <a:pt x="648" y="6"/>
                  </a:lnTo>
                  <a:lnTo>
                    <a:pt x="650" y="10"/>
                  </a:lnTo>
                  <a:lnTo>
                    <a:pt x="652" y="12"/>
                  </a:lnTo>
                  <a:lnTo>
                    <a:pt x="654" y="16"/>
                  </a:lnTo>
                  <a:lnTo>
                    <a:pt x="662" y="111"/>
                  </a:lnTo>
                  <a:lnTo>
                    <a:pt x="704" y="125"/>
                  </a:lnTo>
                  <a:lnTo>
                    <a:pt x="763" y="49"/>
                  </a:lnTo>
                  <a:lnTo>
                    <a:pt x="767" y="45"/>
                  </a:lnTo>
                  <a:lnTo>
                    <a:pt x="772" y="43"/>
                  </a:lnTo>
                  <a:lnTo>
                    <a:pt x="778" y="45"/>
                  </a:lnTo>
                  <a:lnTo>
                    <a:pt x="827" y="68"/>
                  </a:lnTo>
                  <a:lnTo>
                    <a:pt x="831" y="72"/>
                  </a:lnTo>
                  <a:lnTo>
                    <a:pt x="833" y="74"/>
                  </a:lnTo>
                  <a:lnTo>
                    <a:pt x="833" y="78"/>
                  </a:lnTo>
                  <a:lnTo>
                    <a:pt x="831" y="82"/>
                  </a:lnTo>
                  <a:lnTo>
                    <a:pt x="807" y="175"/>
                  </a:lnTo>
                  <a:lnTo>
                    <a:pt x="844" y="200"/>
                  </a:lnTo>
                  <a:lnTo>
                    <a:pt x="924" y="150"/>
                  </a:lnTo>
                  <a:lnTo>
                    <a:pt x="928" y="148"/>
                  </a:lnTo>
                  <a:lnTo>
                    <a:pt x="931" y="148"/>
                  </a:lnTo>
                  <a:lnTo>
                    <a:pt x="935" y="148"/>
                  </a:lnTo>
                  <a:lnTo>
                    <a:pt x="939" y="150"/>
                  </a:lnTo>
                  <a:lnTo>
                    <a:pt x="976" y="191"/>
                  </a:lnTo>
                  <a:lnTo>
                    <a:pt x="978" y="195"/>
                  </a:lnTo>
                  <a:lnTo>
                    <a:pt x="980" y="198"/>
                  </a:lnTo>
                  <a:lnTo>
                    <a:pt x="978" y="202"/>
                  </a:lnTo>
                  <a:lnTo>
                    <a:pt x="976" y="206"/>
                  </a:lnTo>
                  <a:lnTo>
                    <a:pt x="922" y="284"/>
                  </a:lnTo>
                  <a:lnTo>
                    <a:pt x="947" y="321"/>
                  </a:lnTo>
                  <a:lnTo>
                    <a:pt x="1040" y="301"/>
                  </a:lnTo>
                  <a:lnTo>
                    <a:pt x="1044" y="299"/>
                  </a:lnTo>
                  <a:lnTo>
                    <a:pt x="1048" y="301"/>
                  </a:lnTo>
                  <a:lnTo>
                    <a:pt x="1052" y="303"/>
                  </a:lnTo>
                  <a:lnTo>
                    <a:pt x="1054" y="305"/>
                  </a:lnTo>
                  <a:lnTo>
                    <a:pt x="1075" y="356"/>
                  </a:lnTo>
                  <a:lnTo>
                    <a:pt x="1077" y="362"/>
                  </a:lnTo>
                  <a:lnTo>
                    <a:pt x="1075" y="365"/>
                  </a:lnTo>
                  <a:lnTo>
                    <a:pt x="1071" y="369"/>
                  </a:lnTo>
                  <a:lnTo>
                    <a:pt x="994" y="426"/>
                  </a:lnTo>
                  <a:lnTo>
                    <a:pt x="1003" y="468"/>
                  </a:lnTo>
                  <a:lnTo>
                    <a:pt x="1098" y="482"/>
                  </a:lnTo>
                  <a:lnTo>
                    <a:pt x="1102" y="482"/>
                  </a:lnTo>
                  <a:lnTo>
                    <a:pt x="1106" y="484"/>
                  </a:lnTo>
                  <a:lnTo>
                    <a:pt x="1108" y="488"/>
                  </a:lnTo>
                  <a:lnTo>
                    <a:pt x="1108" y="492"/>
                  </a:lnTo>
                  <a:lnTo>
                    <a:pt x="1112" y="546"/>
                  </a:lnTo>
                  <a:lnTo>
                    <a:pt x="1112" y="550"/>
                  </a:lnTo>
                  <a:lnTo>
                    <a:pt x="1110" y="554"/>
                  </a:lnTo>
                  <a:lnTo>
                    <a:pt x="1106" y="556"/>
                  </a:lnTo>
                  <a:lnTo>
                    <a:pt x="1102" y="558"/>
                  </a:lnTo>
                  <a:lnTo>
                    <a:pt x="1011" y="583"/>
                  </a:lnTo>
                  <a:lnTo>
                    <a:pt x="1007" y="627"/>
                  </a:lnTo>
                  <a:lnTo>
                    <a:pt x="1091" y="672"/>
                  </a:lnTo>
                  <a:lnTo>
                    <a:pt x="1094" y="674"/>
                  </a:lnTo>
                  <a:lnTo>
                    <a:pt x="1096" y="676"/>
                  </a:lnTo>
                  <a:lnTo>
                    <a:pt x="1098" y="680"/>
                  </a:lnTo>
                  <a:lnTo>
                    <a:pt x="1096" y="684"/>
                  </a:lnTo>
                  <a:lnTo>
                    <a:pt x="1081" y="736"/>
                  </a:lnTo>
                  <a:lnTo>
                    <a:pt x="1079" y="740"/>
                  </a:lnTo>
                  <a:lnTo>
                    <a:pt x="1077" y="742"/>
                  </a:lnTo>
                  <a:lnTo>
                    <a:pt x="1073" y="744"/>
                  </a:lnTo>
                  <a:lnTo>
                    <a:pt x="1069" y="744"/>
                  </a:lnTo>
                  <a:lnTo>
                    <a:pt x="974" y="736"/>
                  </a:lnTo>
                  <a:lnTo>
                    <a:pt x="955" y="777"/>
                  </a:lnTo>
                  <a:lnTo>
                    <a:pt x="1019" y="847"/>
                  </a:lnTo>
                  <a:lnTo>
                    <a:pt x="1021" y="851"/>
                  </a:lnTo>
                  <a:lnTo>
                    <a:pt x="1023" y="855"/>
                  </a:lnTo>
                  <a:lnTo>
                    <a:pt x="1023" y="858"/>
                  </a:lnTo>
                  <a:lnTo>
                    <a:pt x="1021" y="860"/>
                  </a:lnTo>
                  <a:lnTo>
                    <a:pt x="988" y="905"/>
                  </a:lnTo>
                  <a:lnTo>
                    <a:pt x="986" y="909"/>
                  </a:lnTo>
                  <a:lnTo>
                    <a:pt x="982" y="909"/>
                  </a:lnTo>
                  <a:lnTo>
                    <a:pt x="978" y="909"/>
                  </a:lnTo>
                  <a:lnTo>
                    <a:pt x="974" y="909"/>
                  </a:lnTo>
                  <a:lnTo>
                    <a:pt x="887" y="868"/>
                  </a:lnTo>
                  <a:lnTo>
                    <a:pt x="856" y="899"/>
                  </a:lnTo>
                  <a:lnTo>
                    <a:pt x="891" y="987"/>
                  </a:lnTo>
                  <a:lnTo>
                    <a:pt x="893" y="990"/>
                  </a:lnTo>
                  <a:lnTo>
                    <a:pt x="893" y="994"/>
                  </a:lnTo>
                  <a:lnTo>
                    <a:pt x="891" y="998"/>
                  </a:lnTo>
                  <a:lnTo>
                    <a:pt x="889" y="1002"/>
                  </a:lnTo>
                  <a:lnTo>
                    <a:pt x="842" y="1033"/>
                  </a:lnTo>
                  <a:lnTo>
                    <a:pt x="838" y="1033"/>
                  </a:lnTo>
                  <a:lnTo>
                    <a:pt x="834" y="1033"/>
                  </a:lnTo>
                  <a:lnTo>
                    <a:pt x="831" y="1031"/>
                  </a:lnTo>
                  <a:lnTo>
                    <a:pt x="827" y="1029"/>
                  </a:lnTo>
                  <a:lnTo>
                    <a:pt x="761" y="963"/>
                  </a:lnTo>
                  <a:lnTo>
                    <a:pt x="739" y="973"/>
                  </a:lnTo>
                  <a:lnTo>
                    <a:pt x="720" y="981"/>
                  </a:lnTo>
                  <a:lnTo>
                    <a:pt x="722" y="1076"/>
                  </a:lnTo>
                  <a:lnTo>
                    <a:pt x="722" y="1080"/>
                  </a:lnTo>
                  <a:lnTo>
                    <a:pt x="722" y="1084"/>
                  </a:lnTo>
                  <a:lnTo>
                    <a:pt x="718" y="1086"/>
                  </a:lnTo>
                  <a:lnTo>
                    <a:pt x="716" y="1088"/>
                  </a:lnTo>
                  <a:lnTo>
                    <a:pt x="662" y="1101"/>
                  </a:lnTo>
                  <a:lnTo>
                    <a:pt x="658" y="1101"/>
                  </a:lnTo>
                  <a:lnTo>
                    <a:pt x="654" y="1099"/>
                  </a:lnTo>
                  <a:lnTo>
                    <a:pt x="650" y="1097"/>
                  </a:lnTo>
                  <a:lnTo>
                    <a:pt x="648" y="1093"/>
                  </a:lnTo>
                  <a:lnTo>
                    <a:pt x="607" y="1008"/>
                  </a:lnTo>
                  <a:lnTo>
                    <a:pt x="586" y="1010"/>
                  </a:lnTo>
                  <a:lnTo>
                    <a:pt x="563" y="1012"/>
                  </a:lnTo>
                  <a:lnTo>
                    <a:pt x="534" y="1101"/>
                  </a:lnTo>
                  <a:lnTo>
                    <a:pt x="532" y="1105"/>
                  </a:lnTo>
                  <a:lnTo>
                    <a:pt x="530" y="1107"/>
                  </a:lnTo>
                  <a:lnTo>
                    <a:pt x="528" y="1109"/>
                  </a:lnTo>
                  <a:lnTo>
                    <a:pt x="524" y="1111"/>
                  </a:lnTo>
                  <a:lnTo>
                    <a:pt x="468" y="1105"/>
                  </a:lnTo>
                  <a:lnTo>
                    <a:pt x="464" y="1103"/>
                  </a:lnTo>
                  <a:lnTo>
                    <a:pt x="462" y="1101"/>
                  </a:lnTo>
                  <a:lnTo>
                    <a:pt x="460" y="1097"/>
                  </a:lnTo>
                  <a:lnTo>
                    <a:pt x="458" y="1093"/>
                  </a:lnTo>
                  <a:lnTo>
                    <a:pt x="450" y="998"/>
                  </a:lnTo>
                  <a:lnTo>
                    <a:pt x="408" y="987"/>
                  </a:lnTo>
                  <a:lnTo>
                    <a:pt x="349" y="1060"/>
                  </a:lnTo>
                  <a:lnTo>
                    <a:pt x="345" y="1064"/>
                  </a:lnTo>
                  <a:lnTo>
                    <a:pt x="340" y="1066"/>
                  </a:lnTo>
                  <a:lnTo>
                    <a:pt x="336" y="1066"/>
                  </a:lnTo>
                  <a:lnTo>
                    <a:pt x="285" y="1041"/>
                  </a:lnTo>
                  <a:lnTo>
                    <a:pt x="283" y="1039"/>
                  </a:lnTo>
                  <a:lnTo>
                    <a:pt x="281" y="1035"/>
                  </a:lnTo>
                  <a:lnTo>
                    <a:pt x="279" y="1031"/>
                  </a:lnTo>
                  <a:lnTo>
                    <a:pt x="281" y="1027"/>
                  </a:lnTo>
                  <a:lnTo>
                    <a:pt x="305" y="936"/>
                  </a:lnTo>
                  <a:lnTo>
                    <a:pt x="270" y="909"/>
                  </a:lnTo>
                  <a:lnTo>
                    <a:pt x="188" y="959"/>
                  </a:lnTo>
                  <a:lnTo>
                    <a:pt x="184" y="961"/>
                  </a:lnTo>
                  <a:lnTo>
                    <a:pt x="180" y="961"/>
                  </a:lnTo>
                  <a:lnTo>
                    <a:pt x="177" y="961"/>
                  </a:lnTo>
                  <a:lnTo>
                    <a:pt x="175" y="959"/>
                  </a:lnTo>
                  <a:lnTo>
                    <a:pt x="136" y="919"/>
                  </a:lnTo>
                  <a:lnTo>
                    <a:pt x="134" y="915"/>
                  </a:lnTo>
                  <a:lnTo>
                    <a:pt x="134" y="911"/>
                  </a:lnTo>
                  <a:lnTo>
                    <a:pt x="134" y="907"/>
                  </a:lnTo>
                  <a:lnTo>
                    <a:pt x="136" y="905"/>
                  </a:lnTo>
                  <a:lnTo>
                    <a:pt x="190" y="825"/>
                  </a:lnTo>
                  <a:lnTo>
                    <a:pt x="165" y="789"/>
                  </a:lnTo>
                  <a:lnTo>
                    <a:pt x="72" y="808"/>
                  </a:lnTo>
                  <a:lnTo>
                    <a:pt x="68" y="810"/>
                  </a:lnTo>
                  <a:lnTo>
                    <a:pt x="64" y="808"/>
                  </a:lnTo>
                  <a:lnTo>
                    <a:pt x="62" y="806"/>
                  </a:lnTo>
                  <a:lnTo>
                    <a:pt x="58" y="804"/>
                  </a:lnTo>
                  <a:lnTo>
                    <a:pt x="37" y="754"/>
                  </a:lnTo>
                  <a:lnTo>
                    <a:pt x="37" y="748"/>
                  </a:lnTo>
                  <a:lnTo>
                    <a:pt x="39" y="744"/>
                  </a:lnTo>
                  <a:lnTo>
                    <a:pt x="43" y="740"/>
                  </a:lnTo>
                  <a:lnTo>
                    <a:pt x="118" y="684"/>
                  </a:lnTo>
                  <a:lnTo>
                    <a:pt x="109" y="641"/>
                  </a:lnTo>
                  <a:lnTo>
                    <a:pt x="16" y="627"/>
                  </a:lnTo>
                  <a:lnTo>
                    <a:pt x="12" y="627"/>
                  </a:lnTo>
                  <a:lnTo>
                    <a:pt x="8" y="626"/>
                  </a:lnTo>
                  <a:lnTo>
                    <a:pt x="6" y="622"/>
                  </a:lnTo>
                  <a:lnTo>
                    <a:pt x="4" y="618"/>
                  </a:lnTo>
                  <a:lnTo>
                    <a:pt x="0" y="563"/>
                  </a:lnTo>
                  <a:lnTo>
                    <a:pt x="2" y="560"/>
                  </a:lnTo>
                  <a:lnTo>
                    <a:pt x="4" y="556"/>
                  </a:lnTo>
                  <a:lnTo>
                    <a:pt x="6" y="554"/>
                  </a:lnTo>
                  <a:lnTo>
                    <a:pt x="10" y="552"/>
                  </a:lnTo>
                  <a:lnTo>
                    <a:pt x="101" y="527"/>
                  </a:lnTo>
                  <a:lnTo>
                    <a:pt x="107" y="482"/>
                  </a:lnTo>
                  <a:lnTo>
                    <a:pt x="23" y="437"/>
                  </a:lnTo>
                  <a:lnTo>
                    <a:pt x="19" y="435"/>
                  </a:lnTo>
                  <a:lnTo>
                    <a:pt x="17" y="433"/>
                  </a:lnTo>
                  <a:lnTo>
                    <a:pt x="16" y="429"/>
                  </a:lnTo>
                  <a:lnTo>
                    <a:pt x="16" y="426"/>
                  </a:lnTo>
                  <a:lnTo>
                    <a:pt x="31" y="373"/>
                  </a:lnTo>
                  <a:lnTo>
                    <a:pt x="33" y="369"/>
                  </a:lnTo>
                  <a:lnTo>
                    <a:pt x="37" y="367"/>
                  </a:lnTo>
                  <a:lnTo>
                    <a:pt x="39" y="365"/>
                  </a:lnTo>
                  <a:lnTo>
                    <a:pt x="45" y="365"/>
                  </a:lnTo>
                  <a:lnTo>
                    <a:pt x="138" y="373"/>
                  </a:lnTo>
                  <a:lnTo>
                    <a:pt x="157" y="332"/>
                  </a:lnTo>
                  <a:lnTo>
                    <a:pt x="95" y="262"/>
                  </a:lnTo>
                  <a:lnTo>
                    <a:pt x="93" y="259"/>
                  </a:lnTo>
                  <a:lnTo>
                    <a:pt x="91" y="255"/>
                  </a:lnTo>
                  <a:lnTo>
                    <a:pt x="91" y="251"/>
                  </a:lnTo>
                  <a:lnTo>
                    <a:pt x="93" y="249"/>
                  </a:lnTo>
                  <a:lnTo>
                    <a:pt x="126" y="204"/>
                  </a:lnTo>
                  <a:lnTo>
                    <a:pt x="128" y="200"/>
                  </a:lnTo>
                  <a:lnTo>
                    <a:pt x="132" y="200"/>
                  </a:lnTo>
                  <a:lnTo>
                    <a:pt x="136" y="200"/>
                  </a:lnTo>
                  <a:lnTo>
                    <a:pt x="140" y="202"/>
                  </a:lnTo>
                  <a:lnTo>
                    <a:pt x="225" y="241"/>
                  </a:lnTo>
                  <a:lnTo>
                    <a:pt x="258" y="210"/>
                  </a:lnTo>
                  <a:lnTo>
                    <a:pt x="223" y="123"/>
                  </a:lnTo>
                  <a:lnTo>
                    <a:pt x="221" y="119"/>
                  </a:lnTo>
                  <a:lnTo>
                    <a:pt x="221" y="115"/>
                  </a:lnTo>
                  <a:lnTo>
                    <a:pt x="223" y="111"/>
                  </a:lnTo>
                  <a:lnTo>
                    <a:pt x="225" y="107"/>
                  </a:lnTo>
                  <a:lnTo>
                    <a:pt x="272" y="78"/>
                  </a:lnTo>
                  <a:lnTo>
                    <a:pt x="276" y="76"/>
                  </a:lnTo>
                  <a:lnTo>
                    <a:pt x="279" y="76"/>
                  </a:lnTo>
                  <a:lnTo>
                    <a:pt x="283" y="78"/>
                  </a:lnTo>
                  <a:lnTo>
                    <a:pt x="285" y="80"/>
                  </a:lnTo>
                  <a:lnTo>
                    <a:pt x="353" y="146"/>
                  </a:lnTo>
                  <a:lnTo>
                    <a:pt x="394" y="129"/>
                  </a:lnTo>
                  <a:lnTo>
                    <a:pt x="390" y="33"/>
                  </a:lnTo>
                  <a:lnTo>
                    <a:pt x="390" y="30"/>
                  </a:lnTo>
                  <a:lnTo>
                    <a:pt x="392" y="26"/>
                  </a:lnTo>
                  <a:lnTo>
                    <a:pt x="394" y="24"/>
                  </a:lnTo>
                  <a:lnTo>
                    <a:pt x="398" y="22"/>
                  </a:lnTo>
                  <a:lnTo>
                    <a:pt x="452" y="8"/>
                  </a:lnTo>
                  <a:lnTo>
                    <a:pt x="456" y="8"/>
                  </a:lnTo>
                  <a:lnTo>
                    <a:pt x="458" y="10"/>
                  </a:lnTo>
                  <a:lnTo>
                    <a:pt x="462" y="12"/>
                  </a:lnTo>
                  <a:lnTo>
                    <a:pt x="464" y="16"/>
                  </a:lnTo>
                  <a:lnTo>
                    <a:pt x="505" y="101"/>
                  </a:lnTo>
                  <a:lnTo>
                    <a:pt x="549" y="99"/>
                  </a:lnTo>
                  <a:lnTo>
                    <a:pt x="578" y="8"/>
                  </a:lnTo>
                  <a:lnTo>
                    <a:pt x="580" y="4"/>
                  </a:lnTo>
                  <a:lnTo>
                    <a:pt x="582" y="2"/>
                  </a:lnTo>
                  <a:lnTo>
                    <a:pt x="586" y="0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0" name="Freeform 38"/>
            <p:cNvSpPr/>
            <p:nvPr/>
          </p:nvSpPr>
          <p:spPr bwMode="auto">
            <a:xfrm>
              <a:off x="3609182" y="3762375"/>
              <a:ext cx="441722" cy="441722"/>
            </a:xfrm>
            <a:custGeom>
              <a:avLst/>
              <a:gdLst>
                <a:gd name="T0" fmla="*/ 342 w 742"/>
                <a:gd name="T1" fmla="*/ 0 h 741"/>
                <a:gd name="T2" fmla="*/ 400 w 742"/>
                <a:gd name="T3" fmla="*/ 0 h 741"/>
                <a:gd name="T4" fmla="*/ 458 w 742"/>
                <a:gd name="T5" fmla="*/ 10 h 741"/>
                <a:gd name="T6" fmla="*/ 513 w 742"/>
                <a:gd name="T7" fmla="*/ 27 h 741"/>
                <a:gd name="T8" fmla="*/ 563 w 742"/>
                <a:gd name="T9" fmla="*/ 52 h 741"/>
                <a:gd name="T10" fmla="*/ 610 w 742"/>
                <a:gd name="T11" fmla="*/ 85 h 741"/>
                <a:gd name="T12" fmla="*/ 650 w 742"/>
                <a:gd name="T13" fmla="*/ 126 h 741"/>
                <a:gd name="T14" fmla="*/ 685 w 742"/>
                <a:gd name="T15" fmla="*/ 173 h 741"/>
                <a:gd name="T16" fmla="*/ 712 w 742"/>
                <a:gd name="T17" fmla="*/ 225 h 741"/>
                <a:gd name="T18" fmla="*/ 732 w 742"/>
                <a:gd name="T19" fmla="*/ 281 h 741"/>
                <a:gd name="T20" fmla="*/ 742 w 742"/>
                <a:gd name="T21" fmla="*/ 342 h 741"/>
                <a:gd name="T22" fmla="*/ 740 w 742"/>
                <a:gd name="T23" fmla="*/ 400 h 741"/>
                <a:gd name="T24" fmla="*/ 732 w 742"/>
                <a:gd name="T25" fmla="*/ 458 h 741"/>
                <a:gd name="T26" fmla="*/ 714 w 742"/>
                <a:gd name="T27" fmla="*/ 512 h 741"/>
                <a:gd name="T28" fmla="*/ 687 w 742"/>
                <a:gd name="T29" fmla="*/ 563 h 741"/>
                <a:gd name="T30" fmla="*/ 654 w 742"/>
                <a:gd name="T31" fmla="*/ 609 h 741"/>
                <a:gd name="T32" fmla="*/ 614 w 742"/>
                <a:gd name="T33" fmla="*/ 650 h 741"/>
                <a:gd name="T34" fmla="*/ 569 w 742"/>
                <a:gd name="T35" fmla="*/ 685 h 741"/>
                <a:gd name="T36" fmla="*/ 516 w 742"/>
                <a:gd name="T37" fmla="*/ 712 h 741"/>
                <a:gd name="T38" fmla="*/ 458 w 742"/>
                <a:gd name="T39" fmla="*/ 732 h 741"/>
                <a:gd name="T40" fmla="*/ 398 w 742"/>
                <a:gd name="T41" fmla="*/ 741 h 741"/>
                <a:gd name="T42" fmla="*/ 340 w 742"/>
                <a:gd name="T43" fmla="*/ 739 h 741"/>
                <a:gd name="T44" fmla="*/ 284 w 742"/>
                <a:gd name="T45" fmla="*/ 732 h 741"/>
                <a:gd name="T46" fmla="*/ 227 w 742"/>
                <a:gd name="T47" fmla="*/ 714 h 741"/>
                <a:gd name="T48" fmla="*/ 177 w 742"/>
                <a:gd name="T49" fmla="*/ 687 h 741"/>
                <a:gd name="T50" fmla="*/ 130 w 742"/>
                <a:gd name="T51" fmla="*/ 654 h 741"/>
                <a:gd name="T52" fmla="*/ 90 w 742"/>
                <a:gd name="T53" fmla="*/ 613 h 741"/>
                <a:gd name="T54" fmla="*/ 57 w 742"/>
                <a:gd name="T55" fmla="*/ 567 h 741"/>
                <a:gd name="T56" fmla="*/ 29 w 742"/>
                <a:gd name="T57" fmla="*/ 516 h 741"/>
                <a:gd name="T58" fmla="*/ 10 w 742"/>
                <a:gd name="T59" fmla="*/ 458 h 741"/>
                <a:gd name="T60" fmla="*/ 0 w 742"/>
                <a:gd name="T61" fmla="*/ 398 h 741"/>
                <a:gd name="T62" fmla="*/ 0 w 742"/>
                <a:gd name="T63" fmla="*/ 340 h 741"/>
                <a:gd name="T64" fmla="*/ 10 w 742"/>
                <a:gd name="T65" fmla="*/ 281 h 741"/>
                <a:gd name="T66" fmla="*/ 27 w 742"/>
                <a:gd name="T67" fmla="*/ 227 h 741"/>
                <a:gd name="T68" fmla="*/ 53 w 742"/>
                <a:gd name="T69" fmla="*/ 177 h 741"/>
                <a:gd name="T70" fmla="*/ 86 w 742"/>
                <a:gd name="T71" fmla="*/ 130 h 741"/>
                <a:gd name="T72" fmla="*/ 126 w 742"/>
                <a:gd name="T73" fmla="*/ 89 h 741"/>
                <a:gd name="T74" fmla="*/ 173 w 742"/>
                <a:gd name="T75" fmla="*/ 56 h 741"/>
                <a:gd name="T76" fmla="*/ 225 w 742"/>
                <a:gd name="T77" fmla="*/ 27 h 741"/>
                <a:gd name="T78" fmla="*/ 282 w 742"/>
                <a:gd name="T79" fmla="*/ 10 h 741"/>
                <a:gd name="T80" fmla="*/ 342 w 742"/>
                <a:gd name="T81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42" h="741">
                  <a:moveTo>
                    <a:pt x="342" y="0"/>
                  </a:moveTo>
                  <a:lnTo>
                    <a:pt x="400" y="0"/>
                  </a:lnTo>
                  <a:lnTo>
                    <a:pt x="458" y="10"/>
                  </a:lnTo>
                  <a:lnTo>
                    <a:pt x="513" y="27"/>
                  </a:lnTo>
                  <a:lnTo>
                    <a:pt x="563" y="52"/>
                  </a:lnTo>
                  <a:lnTo>
                    <a:pt x="610" y="85"/>
                  </a:lnTo>
                  <a:lnTo>
                    <a:pt x="650" y="126"/>
                  </a:lnTo>
                  <a:lnTo>
                    <a:pt x="685" y="173"/>
                  </a:lnTo>
                  <a:lnTo>
                    <a:pt x="712" y="225"/>
                  </a:lnTo>
                  <a:lnTo>
                    <a:pt x="732" y="281"/>
                  </a:lnTo>
                  <a:lnTo>
                    <a:pt x="742" y="342"/>
                  </a:lnTo>
                  <a:lnTo>
                    <a:pt x="740" y="400"/>
                  </a:lnTo>
                  <a:lnTo>
                    <a:pt x="732" y="458"/>
                  </a:lnTo>
                  <a:lnTo>
                    <a:pt x="714" y="512"/>
                  </a:lnTo>
                  <a:lnTo>
                    <a:pt x="687" y="563"/>
                  </a:lnTo>
                  <a:lnTo>
                    <a:pt x="654" y="609"/>
                  </a:lnTo>
                  <a:lnTo>
                    <a:pt x="614" y="650"/>
                  </a:lnTo>
                  <a:lnTo>
                    <a:pt x="569" y="685"/>
                  </a:lnTo>
                  <a:lnTo>
                    <a:pt x="516" y="712"/>
                  </a:lnTo>
                  <a:lnTo>
                    <a:pt x="458" y="732"/>
                  </a:lnTo>
                  <a:lnTo>
                    <a:pt x="398" y="741"/>
                  </a:lnTo>
                  <a:lnTo>
                    <a:pt x="340" y="739"/>
                  </a:lnTo>
                  <a:lnTo>
                    <a:pt x="284" y="732"/>
                  </a:lnTo>
                  <a:lnTo>
                    <a:pt x="227" y="714"/>
                  </a:lnTo>
                  <a:lnTo>
                    <a:pt x="177" y="687"/>
                  </a:lnTo>
                  <a:lnTo>
                    <a:pt x="130" y="654"/>
                  </a:lnTo>
                  <a:lnTo>
                    <a:pt x="90" y="613"/>
                  </a:lnTo>
                  <a:lnTo>
                    <a:pt x="57" y="567"/>
                  </a:lnTo>
                  <a:lnTo>
                    <a:pt x="29" y="516"/>
                  </a:lnTo>
                  <a:lnTo>
                    <a:pt x="10" y="458"/>
                  </a:lnTo>
                  <a:lnTo>
                    <a:pt x="0" y="398"/>
                  </a:lnTo>
                  <a:lnTo>
                    <a:pt x="0" y="340"/>
                  </a:lnTo>
                  <a:lnTo>
                    <a:pt x="10" y="281"/>
                  </a:lnTo>
                  <a:lnTo>
                    <a:pt x="27" y="227"/>
                  </a:lnTo>
                  <a:lnTo>
                    <a:pt x="53" y="177"/>
                  </a:lnTo>
                  <a:lnTo>
                    <a:pt x="86" y="130"/>
                  </a:lnTo>
                  <a:lnTo>
                    <a:pt x="126" y="89"/>
                  </a:lnTo>
                  <a:lnTo>
                    <a:pt x="173" y="56"/>
                  </a:lnTo>
                  <a:lnTo>
                    <a:pt x="225" y="27"/>
                  </a:lnTo>
                  <a:lnTo>
                    <a:pt x="282" y="1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5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微软雅黑 Light" panose="020B0502040204020203" pitchFamily="34" charset="-122"/>
              </a:endParaRPr>
            </a:p>
          </p:txBody>
        </p:sp>
        <p:sp>
          <p:nvSpPr>
            <p:cNvPr id="41" name="Freeform 39"/>
            <p:cNvSpPr/>
            <p:nvPr/>
          </p:nvSpPr>
          <p:spPr bwMode="auto">
            <a:xfrm>
              <a:off x="3634184" y="3788569"/>
              <a:ext cx="389335" cy="390525"/>
            </a:xfrm>
            <a:custGeom>
              <a:avLst/>
              <a:gdLst>
                <a:gd name="T0" fmla="*/ 351 w 654"/>
                <a:gd name="T1" fmla="*/ 0 h 656"/>
                <a:gd name="T2" fmla="*/ 404 w 654"/>
                <a:gd name="T3" fmla="*/ 7 h 656"/>
                <a:gd name="T4" fmla="*/ 452 w 654"/>
                <a:gd name="T5" fmla="*/ 23 h 656"/>
                <a:gd name="T6" fmla="*/ 497 w 654"/>
                <a:gd name="T7" fmla="*/ 44 h 656"/>
                <a:gd name="T8" fmla="*/ 538 w 654"/>
                <a:gd name="T9" fmla="*/ 73 h 656"/>
                <a:gd name="T10" fmla="*/ 574 w 654"/>
                <a:gd name="T11" fmla="*/ 110 h 656"/>
                <a:gd name="T12" fmla="*/ 605 w 654"/>
                <a:gd name="T13" fmla="*/ 151 h 656"/>
                <a:gd name="T14" fmla="*/ 631 w 654"/>
                <a:gd name="T15" fmla="*/ 198 h 656"/>
                <a:gd name="T16" fmla="*/ 646 w 654"/>
                <a:gd name="T17" fmla="*/ 248 h 656"/>
                <a:gd name="T18" fmla="*/ 654 w 654"/>
                <a:gd name="T19" fmla="*/ 300 h 656"/>
                <a:gd name="T20" fmla="*/ 654 w 654"/>
                <a:gd name="T21" fmla="*/ 351 h 656"/>
                <a:gd name="T22" fmla="*/ 646 w 654"/>
                <a:gd name="T23" fmla="*/ 401 h 656"/>
                <a:gd name="T24" fmla="*/ 631 w 654"/>
                <a:gd name="T25" fmla="*/ 450 h 656"/>
                <a:gd name="T26" fmla="*/ 607 w 654"/>
                <a:gd name="T27" fmla="*/ 497 h 656"/>
                <a:gd name="T28" fmla="*/ 578 w 654"/>
                <a:gd name="T29" fmla="*/ 537 h 656"/>
                <a:gd name="T30" fmla="*/ 543 w 654"/>
                <a:gd name="T31" fmla="*/ 574 h 656"/>
                <a:gd name="T32" fmla="*/ 501 w 654"/>
                <a:gd name="T33" fmla="*/ 605 h 656"/>
                <a:gd name="T34" fmla="*/ 456 w 654"/>
                <a:gd name="T35" fmla="*/ 630 h 656"/>
                <a:gd name="T36" fmla="*/ 406 w 654"/>
                <a:gd name="T37" fmla="*/ 646 h 656"/>
                <a:gd name="T38" fmla="*/ 345 w 654"/>
                <a:gd name="T39" fmla="*/ 656 h 656"/>
                <a:gd name="T40" fmla="*/ 289 w 654"/>
                <a:gd name="T41" fmla="*/ 654 h 656"/>
                <a:gd name="T42" fmla="*/ 233 w 654"/>
                <a:gd name="T43" fmla="*/ 642 h 656"/>
                <a:gd name="T44" fmla="*/ 180 w 654"/>
                <a:gd name="T45" fmla="*/ 621 h 656"/>
                <a:gd name="T46" fmla="*/ 134 w 654"/>
                <a:gd name="T47" fmla="*/ 592 h 656"/>
                <a:gd name="T48" fmla="*/ 91 w 654"/>
                <a:gd name="T49" fmla="*/ 555 h 656"/>
                <a:gd name="T50" fmla="*/ 54 w 654"/>
                <a:gd name="T51" fmla="*/ 512 h 656"/>
                <a:gd name="T52" fmla="*/ 27 w 654"/>
                <a:gd name="T53" fmla="*/ 462 h 656"/>
                <a:gd name="T54" fmla="*/ 8 w 654"/>
                <a:gd name="T55" fmla="*/ 405 h 656"/>
                <a:gd name="T56" fmla="*/ 0 w 654"/>
                <a:gd name="T57" fmla="*/ 347 h 656"/>
                <a:gd name="T58" fmla="*/ 0 w 654"/>
                <a:gd name="T59" fmla="*/ 289 h 656"/>
                <a:gd name="T60" fmla="*/ 12 w 654"/>
                <a:gd name="T61" fmla="*/ 234 h 656"/>
                <a:gd name="T62" fmla="*/ 33 w 654"/>
                <a:gd name="T63" fmla="*/ 182 h 656"/>
                <a:gd name="T64" fmla="*/ 60 w 654"/>
                <a:gd name="T65" fmla="*/ 134 h 656"/>
                <a:gd name="T66" fmla="*/ 97 w 654"/>
                <a:gd name="T67" fmla="*/ 93 h 656"/>
                <a:gd name="T68" fmla="*/ 142 w 654"/>
                <a:gd name="T69" fmla="*/ 56 h 656"/>
                <a:gd name="T70" fmla="*/ 190 w 654"/>
                <a:gd name="T71" fmla="*/ 29 h 656"/>
                <a:gd name="T72" fmla="*/ 246 w 654"/>
                <a:gd name="T73" fmla="*/ 9 h 656"/>
                <a:gd name="T74" fmla="*/ 299 w 654"/>
                <a:gd name="T75" fmla="*/ 0 h 656"/>
                <a:gd name="T76" fmla="*/ 351 w 654"/>
                <a:gd name="T77" fmla="*/ 0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54" h="656">
                  <a:moveTo>
                    <a:pt x="351" y="0"/>
                  </a:moveTo>
                  <a:lnTo>
                    <a:pt x="404" y="7"/>
                  </a:lnTo>
                  <a:lnTo>
                    <a:pt x="452" y="23"/>
                  </a:lnTo>
                  <a:lnTo>
                    <a:pt x="497" y="44"/>
                  </a:lnTo>
                  <a:lnTo>
                    <a:pt x="538" y="73"/>
                  </a:lnTo>
                  <a:lnTo>
                    <a:pt x="574" y="110"/>
                  </a:lnTo>
                  <a:lnTo>
                    <a:pt x="605" y="151"/>
                  </a:lnTo>
                  <a:lnTo>
                    <a:pt x="631" y="198"/>
                  </a:lnTo>
                  <a:lnTo>
                    <a:pt x="646" y="248"/>
                  </a:lnTo>
                  <a:lnTo>
                    <a:pt x="654" y="300"/>
                  </a:lnTo>
                  <a:lnTo>
                    <a:pt x="654" y="351"/>
                  </a:lnTo>
                  <a:lnTo>
                    <a:pt x="646" y="401"/>
                  </a:lnTo>
                  <a:lnTo>
                    <a:pt x="631" y="450"/>
                  </a:lnTo>
                  <a:lnTo>
                    <a:pt x="607" y="497"/>
                  </a:lnTo>
                  <a:lnTo>
                    <a:pt x="578" y="537"/>
                  </a:lnTo>
                  <a:lnTo>
                    <a:pt x="543" y="574"/>
                  </a:lnTo>
                  <a:lnTo>
                    <a:pt x="501" y="605"/>
                  </a:lnTo>
                  <a:lnTo>
                    <a:pt x="456" y="630"/>
                  </a:lnTo>
                  <a:lnTo>
                    <a:pt x="406" y="646"/>
                  </a:lnTo>
                  <a:lnTo>
                    <a:pt x="345" y="656"/>
                  </a:lnTo>
                  <a:lnTo>
                    <a:pt x="289" y="654"/>
                  </a:lnTo>
                  <a:lnTo>
                    <a:pt x="233" y="642"/>
                  </a:lnTo>
                  <a:lnTo>
                    <a:pt x="180" y="621"/>
                  </a:lnTo>
                  <a:lnTo>
                    <a:pt x="134" y="592"/>
                  </a:lnTo>
                  <a:lnTo>
                    <a:pt x="91" y="555"/>
                  </a:lnTo>
                  <a:lnTo>
                    <a:pt x="54" y="512"/>
                  </a:lnTo>
                  <a:lnTo>
                    <a:pt x="27" y="462"/>
                  </a:lnTo>
                  <a:lnTo>
                    <a:pt x="8" y="405"/>
                  </a:lnTo>
                  <a:lnTo>
                    <a:pt x="0" y="347"/>
                  </a:lnTo>
                  <a:lnTo>
                    <a:pt x="0" y="289"/>
                  </a:lnTo>
                  <a:lnTo>
                    <a:pt x="12" y="234"/>
                  </a:lnTo>
                  <a:lnTo>
                    <a:pt x="33" y="182"/>
                  </a:lnTo>
                  <a:lnTo>
                    <a:pt x="60" y="134"/>
                  </a:lnTo>
                  <a:lnTo>
                    <a:pt x="97" y="93"/>
                  </a:lnTo>
                  <a:lnTo>
                    <a:pt x="142" y="56"/>
                  </a:lnTo>
                  <a:lnTo>
                    <a:pt x="190" y="29"/>
                  </a:lnTo>
                  <a:lnTo>
                    <a:pt x="246" y="9"/>
                  </a:lnTo>
                  <a:lnTo>
                    <a:pt x="299" y="0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5487B1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72313" tIns="36156" rIns="72313" bIns="36156" numCol="1" spcCol="0" rtlCol="0" fromWordArt="0" anchor="ctr" anchorCtr="0" forceAA="0" compatLnSpc="1">
              <a:noAutofit/>
            </a:bodyPr>
            <a:lstStyle/>
            <a:p>
              <a:pPr algn="ctr"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schemeClr val="bg1"/>
                  </a:solidFill>
                  <a:latin typeface="+mn-ea"/>
                  <a:sym typeface="微软雅黑 Light" panose="020B0502040204020203" pitchFamily="34" charset="-122"/>
                </a:rPr>
                <a:t>4</a:t>
              </a:r>
              <a:endParaRPr lang="zh-CN" altLang="en-US" sz="2000" b="1" kern="0" dirty="0">
                <a:solidFill>
                  <a:schemeClr val="bg1"/>
                </a:solidFill>
                <a:latin typeface="+mn-ea"/>
                <a:sym typeface="微软雅黑 Light" panose="020B0502040204020203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661820" y="1424542"/>
            <a:ext cx="3075780" cy="1587498"/>
            <a:chOff x="8056363" y="1501722"/>
            <a:chExt cx="3075780" cy="1587498"/>
          </a:xfrm>
        </p:grpSpPr>
        <p:sp>
          <p:nvSpPr>
            <p:cNvPr id="61" name="TextBox 45"/>
            <p:cNvSpPr txBox="1"/>
            <p:nvPr/>
          </p:nvSpPr>
          <p:spPr>
            <a:xfrm>
              <a:off x="8056363" y="1816051"/>
              <a:ext cx="3075780" cy="1273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实现前端的</a:t>
              </a:r>
              <a:r>
                <a:rPr lang="en-US" altLang="zh-CN" sz="1000" dirty="0">
                  <a:solidFill>
                    <a:srgbClr val="324C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UI</a:t>
              </a: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设计和基本功能键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完成后端的区块链加密系统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借助</a:t>
              </a:r>
              <a:r>
                <a:rPr lang="en-US" altLang="zh-CN" sz="1000" b="1" i="0" dirty="0">
                  <a:solidFill>
                    <a:schemeClr val="tx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WebSocket</a:t>
              </a:r>
              <a:r>
                <a:rPr lang="zh-CN" altLang="en-US" sz="1000" b="1" i="0" dirty="0">
                  <a:solidFill>
                    <a:schemeClr val="tx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000" b="1" i="0" dirty="0">
                  <a:solidFill>
                    <a:schemeClr val="tx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WebRTC </a:t>
              </a:r>
              <a:r>
                <a:rPr lang="zh-CN" altLang="en-US" sz="1000" b="1" i="0" dirty="0">
                  <a:solidFill>
                    <a:schemeClr val="tx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技术实现浏览器实时通讯</a:t>
              </a:r>
              <a:endParaRPr lang="en-US" altLang="zh-CN" sz="1000" b="1" i="0" dirty="0">
                <a:solidFill>
                  <a:schemeClr val="tx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使用分布式存储思路为大规模数据存储做准备</a:t>
              </a:r>
            </a:p>
            <a:p>
              <a:pPr>
                <a:lnSpc>
                  <a:spcPct val="130000"/>
                </a:lnSpc>
              </a:pPr>
              <a:endParaRPr lang="en-US" altLang="zh-CN" sz="1000" dirty="0">
                <a:solidFill>
                  <a:srgbClr val="324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2" name="TextBox 35"/>
            <p:cNvSpPr txBox="1"/>
            <p:nvPr/>
          </p:nvSpPr>
          <p:spPr>
            <a:xfrm>
              <a:off x="8056363" y="1501722"/>
              <a:ext cx="2951480" cy="33718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283C4F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建设平台</a:t>
              </a: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5661820" y="3013019"/>
            <a:ext cx="3275352" cy="787279"/>
            <a:chOff x="8056363" y="1501722"/>
            <a:chExt cx="3275352" cy="787279"/>
          </a:xfrm>
        </p:grpSpPr>
        <p:sp>
          <p:nvSpPr>
            <p:cNvPr id="65" name="TextBox 45"/>
            <p:cNvSpPr txBox="1"/>
            <p:nvPr/>
          </p:nvSpPr>
          <p:spPr>
            <a:xfrm>
              <a:off x="8056363" y="1816051"/>
              <a:ext cx="3275352" cy="472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期望与教育部合作开展相关创新创业赛项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r"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推动中国以负责任大国的身份参与完整项目的标准制定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66" name="TextBox 35"/>
            <p:cNvSpPr txBox="1"/>
            <p:nvPr/>
          </p:nvSpPr>
          <p:spPr>
            <a:xfrm>
              <a:off x="8056363" y="1501722"/>
              <a:ext cx="2951480" cy="33718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283C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平台功能优化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218468" y="1720959"/>
            <a:ext cx="3135920" cy="1148366"/>
            <a:chOff x="7786488" y="1302611"/>
            <a:chExt cx="3135920" cy="1148366"/>
          </a:xfrm>
        </p:grpSpPr>
        <p:sp>
          <p:nvSpPr>
            <p:cNvPr id="68" name="TextBox 45"/>
            <p:cNvSpPr txBox="1"/>
            <p:nvPr/>
          </p:nvSpPr>
          <p:spPr>
            <a:xfrm>
              <a:off x="7786488" y="1577917"/>
              <a:ext cx="3135920" cy="873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从北邮开始试点进行创业项目登记整合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r"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再与各大院校开展合作进行校际交流与资源整合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r"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最后与教育部合作开展相关创新创业赛项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  <a:p>
              <a:pPr algn="r"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理想是能够连接海内外高校实现更大规模上的交流</a:t>
              </a:r>
              <a:endParaRPr lang="en-US" altLang="zh-CN" sz="1000" dirty="0">
                <a:solidFill>
                  <a:srgbClr val="324C64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69" name="TextBox 35"/>
            <p:cNvSpPr txBox="1"/>
            <p:nvPr/>
          </p:nvSpPr>
          <p:spPr>
            <a:xfrm>
              <a:off x="8781822" y="1302611"/>
              <a:ext cx="2140585" cy="338554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rgbClr val="283C4F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高校扩张</a:t>
              </a:r>
              <a:endParaRPr lang="en-US" altLang="zh-CN" sz="1600" b="1" dirty="0">
                <a:solidFill>
                  <a:srgbClr val="283C4F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218468" y="3526838"/>
            <a:ext cx="3112770" cy="584049"/>
            <a:chOff x="7786488" y="1504897"/>
            <a:chExt cx="3112770" cy="584049"/>
          </a:xfrm>
        </p:grpSpPr>
        <p:sp>
          <p:nvSpPr>
            <p:cNvPr id="71" name="TextBox 45"/>
            <p:cNvSpPr txBox="1"/>
            <p:nvPr/>
          </p:nvSpPr>
          <p:spPr>
            <a:xfrm>
              <a:off x="8056363" y="1816051"/>
              <a:ext cx="2842827" cy="272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000" dirty="0">
                  <a:solidFill>
                    <a:srgbClr val="324C64"/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为优秀创业项目落地实现闭环</a:t>
              </a:r>
            </a:p>
          </p:txBody>
        </p:sp>
        <p:sp>
          <p:nvSpPr>
            <p:cNvPr id="72" name="TextBox 35"/>
            <p:cNvSpPr txBox="1"/>
            <p:nvPr/>
          </p:nvSpPr>
          <p:spPr>
            <a:xfrm>
              <a:off x="7786488" y="1504897"/>
              <a:ext cx="3112770" cy="33718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600" b="1" dirty="0">
                  <a:solidFill>
                    <a:srgbClr val="283C4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rPr>
                <a:t>对接投资方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5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5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50"/>
                            </p:stCondLst>
                            <p:childTnLst>
                              <p:par>
                                <p:cTn id="3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150"/>
                            </p:stCondLst>
                            <p:childTnLst>
                              <p:par>
                                <p:cTn id="4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650"/>
                            </p:stCondLst>
                            <p:childTnLst>
                              <p:par>
                                <p:cTn id="5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50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50"/>
                            </p:stCondLst>
                            <p:childTnLst>
                              <p:par>
                                <p:cTn id="6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150"/>
                            </p:stCondLst>
                            <p:childTnLst>
                              <p:par>
                                <p:cTn id="6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65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150"/>
                            </p:stCondLst>
                            <p:childTnLst>
                              <p:par>
                                <p:cTn id="7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4465" b="706"/>
          <a:stretch>
            <a:fillRect/>
          </a:stretch>
        </p:blipFill>
        <p:spPr>
          <a:xfrm>
            <a:off x="0" y="0"/>
            <a:ext cx="9144000" cy="563880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049312" y="-950939"/>
            <a:ext cx="7045377" cy="7045377"/>
          </a:xfrm>
          <a:prstGeom prst="ellipse">
            <a:avLst/>
          </a:prstGeom>
          <a:solidFill>
            <a:schemeClr val="bg1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58793" y="-636820"/>
            <a:ext cx="2826415" cy="6440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1250" dirty="0">
                <a:blipFill>
                  <a:blip r:embed="rId4"/>
                  <a:stretch>
                    <a:fillRect/>
                  </a:stretch>
                </a:blipFill>
                <a:latin typeface="Impact" panose="020B0806030902050204" pitchFamily="34" charset="0"/>
              </a:rPr>
              <a:t>4</a:t>
            </a:r>
            <a:endParaRPr lang="zh-CN" altLang="en-US" sz="41250" dirty="0">
              <a:blipFill>
                <a:blip r:embed="rId4"/>
                <a:stretch>
                  <a:fillRect/>
                </a:stretch>
              </a:blipFill>
              <a:latin typeface="Impact" panose="020B0806030902050204" pitchFamily="34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275609" y="2051677"/>
            <a:ext cx="4592783" cy="10401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0" name="文本框 9"/>
          <p:cNvSpPr txBox="1"/>
          <p:nvPr/>
        </p:nvSpPr>
        <p:spPr>
          <a:xfrm>
            <a:off x="2275610" y="2170539"/>
            <a:ext cx="4592782" cy="85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问题分析</a:t>
            </a:r>
          </a:p>
        </p:txBody>
      </p:sp>
      <p:sp>
        <p:nvSpPr>
          <p:cNvPr id="11" name="椭圆 10"/>
          <p:cNvSpPr/>
          <p:nvPr/>
        </p:nvSpPr>
        <p:spPr>
          <a:xfrm>
            <a:off x="1251857" y="-748393"/>
            <a:ext cx="6640286" cy="6640286"/>
          </a:xfrm>
          <a:prstGeom prst="ellipse">
            <a:avLst/>
          </a:prstGeom>
          <a:noFill/>
          <a:ln w="6350">
            <a:solidFill>
              <a:srgbClr val="283C4F">
                <a:alpha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b="1" dirty="0">
              <a:latin typeface="Impact" panose="020B080603090205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14663" y="4604586"/>
            <a:ext cx="31146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00" i="1" dirty="0">
                <a:solidFill>
                  <a:schemeClr val="bg1">
                    <a:alpha val="62000"/>
                  </a:schemeClr>
                </a:solidFill>
                <a:latin typeface="+mn-ea"/>
                <a:sym typeface="Arial" panose="020B0604020202020204" pitchFamily="34" charset="0"/>
              </a:rPr>
              <a:t>— FOUR — </a:t>
            </a:r>
            <a:endParaRPr lang="zh-CN" altLang="en-US" sz="2700" i="1" dirty="0">
              <a:solidFill>
                <a:schemeClr val="bg1">
                  <a:alpha val="62000"/>
                </a:schemeClr>
              </a:solidFill>
              <a:latin typeface="+mn-ea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52675" y="3268535"/>
            <a:ext cx="4438650" cy="195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675" b="1" dirty="0">
                <a:solidFill>
                  <a:schemeClr val="bg1">
                    <a:alpha val="7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Live cargo financing plan.</a:t>
            </a:r>
            <a:endParaRPr lang="zh-CN" altLang="en-US" sz="675" dirty="0">
              <a:solidFill>
                <a:schemeClr val="bg1">
                  <a:alpha val="78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5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6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/>
      <p:bldP spid="10" grpId="1"/>
      <p:bldP spid="11" grpId="0" animBg="1"/>
      <p:bldP spid="13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椭圆 51"/>
          <p:cNvSpPr/>
          <p:nvPr/>
        </p:nvSpPr>
        <p:spPr>
          <a:xfrm>
            <a:off x="261071" y="137152"/>
            <a:ext cx="591413" cy="591413"/>
          </a:xfrm>
          <a:prstGeom prst="ellipse">
            <a:avLst/>
          </a:prstGeom>
          <a:gradFill>
            <a:gsLst>
              <a:gs pos="0">
                <a:srgbClr val="283C4F"/>
              </a:gs>
              <a:gs pos="100000">
                <a:srgbClr val="13131D"/>
              </a:gs>
            </a:gsLst>
            <a:lin ang="2700000" scaled="1"/>
          </a:gradFill>
          <a:ln>
            <a:noFill/>
          </a:ln>
          <a:effectLst>
            <a:outerShdw blurRad="381000" sx="102000" sy="102000" algn="ctr" rotWithShape="0">
              <a:schemeClr val="tx1">
                <a:lumMod val="75000"/>
                <a:lumOff val="2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i="1" dirty="0"/>
              <a:t>4.</a:t>
            </a:r>
            <a:endParaRPr lang="zh-CN" altLang="en-US" sz="3000" b="1" i="1" dirty="0"/>
          </a:p>
        </p:txBody>
      </p:sp>
      <p:sp>
        <p:nvSpPr>
          <p:cNvPr id="53" name="矩形 52"/>
          <p:cNvSpPr/>
          <p:nvPr/>
        </p:nvSpPr>
        <p:spPr>
          <a:xfrm>
            <a:off x="1019162" y="190203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42494D">
                    <a:lumMod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可能的问题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7362" y="156202"/>
            <a:ext cx="8669810" cy="685800"/>
            <a:chOff x="356483" y="208269"/>
            <a:chExt cx="11559746" cy="9144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1233938" y="838378"/>
              <a:ext cx="10682291" cy="0"/>
            </a:xfrm>
            <a:prstGeom prst="line">
              <a:avLst/>
            </a:prstGeom>
            <a:ln>
              <a:solidFill>
                <a:srgbClr val="283C4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弧形 58"/>
            <p:cNvSpPr/>
            <p:nvPr/>
          </p:nvSpPr>
          <p:spPr>
            <a:xfrm>
              <a:off x="356483" y="208269"/>
              <a:ext cx="914400" cy="914400"/>
            </a:xfrm>
            <a:prstGeom prst="arc">
              <a:avLst>
                <a:gd name="adj1" fmla="val 1398446"/>
                <a:gd name="adj2" fmla="val 4703835"/>
              </a:avLst>
            </a:prstGeom>
            <a:ln>
              <a:solidFill>
                <a:srgbClr val="283C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107" name="Pie 10"/>
          <p:cNvSpPr/>
          <p:nvPr/>
        </p:nvSpPr>
        <p:spPr>
          <a:xfrm rot="19800000" flipH="1">
            <a:off x="3092883" y="1309294"/>
            <a:ext cx="2958234" cy="2958233"/>
          </a:xfrm>
          <a:prstGeom prst="pie">
            <a:avLst>
              <a:gd name="adj1" fmla="val 10770823"/>
              <a:gd name="adj2" fmla="val 13415866"/>
            </a:avLst>
          </a:prstGeom>
          <a:gradFill>
            <a:gsLst>
              <a:gs pos="100000">
                <a:srgbClr val="17242F"/>
              </a:gs>
              <a:gs pos="0">
                <a:srgbClr val="324C6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08" name="Pie 11"/>
          <p:cNvSpPr/>
          <p:nvPr/>
        </p:nvSpPr>
        <p:spPr>
          <a:xfrm rot="19800000" flipH="1">
            <a:off x="2751944" y="968354"/>
            <a:ext cx="3640113" cy="3640112"/>
          </a:xfrm>
          <a:prstGeom prst="pie">
            <a:avLst>
              <a:gd name="adj1" fmla="val 8483433"/>
              <a:gd name="adj2" fmla="val 10907294"/>
            </a:avLst>
          </a:prstGeom>
          <a:gradFill>
            <a:gsLst>
              <a:gs pos="100000">
                <a:srgbClr val="17242F"/>
              </a:gs>
              <a:gs pos="0">
                <a:srgbClr val="324C6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09" name="Pie 12"/>
          <p:cNvSpPr/>
          <p:nvPr/>
        </p:nvSpPr>
        <p:spPr>
          <a:xfrm rot="19800000" flipH="1">
            <a:off x="2460173" y="676582"/>
            <a:ext cx="4223657" cy="4223655"/>
          </a:xfrm>
          <a:prstGeom prst="pie">
            <a:avLst>
              <a:gd name="adj1" fmla="val 6133989"/>
              <a:gd name="adj2" fmla="val 8760421"/>
            </a:avLst>
          </a:prstGeom>
          <a:gradFill>
            <a:gsLst>
              <a:gs pos="100000">
                <a:srgbClr val="17242F"/>
              </a:gs>
              <a:gs pos="0">
                <a:srgbClr val="324C6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0" name="Pie 3"/>
          <p:cNvSpPr/>
          <p:nvPr/>
        </p:nvSpPr>
        <p:spPr>
          <a:xfrm rot="1800000">
            <a:off x="3092883" y="1309294"/>
            <a:ext cx="2958234" cy="2958233"/>
          </a:xfrm>
          <a:prstGeom prst="pie">
            <a:avLst>
              <a:gd name="adj1" fmla="val 10770823"/>
              <a:gd name="adj2" fmla="val 13415866"/>
            </a:avLst>
          </a:prstGeom>
          <a:gradFill>
            <a:gsLst>
              <a:gs pos="100000">
                <a:srgbClr val="17242F"/>
              </a:gs>
              <a:gs pos="0">
                <a:srgbClr val="324C6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1" name="Pie 6"/>
          <p:cNvSpPr/>
          <p:nvPr/>
        </p:nvSpPr>
        <p:spPr>
          <a:xfrm rot="1800000">
            <a:off x="2751944" y="968354"/>
            <a:ext cx="3640113" cy="3640112"/>
          </a:xfrm>
          <a:prstGeom prst="pie">
            <a:avLst>
              <a:gd name="adj1" fmla="val 8483433"/>
              <a:gd name="adj2" fmla="val 10907294"/>
            </a:avLst>
          </a:prstGeom>
          <a:gradFill>
            <a:gsLst>
              <a:gs pos="100000">
                <a:srgbClr val="17242F"/>
              </a:gs>
              <a:gs pos="0">
                <a:srgbClr val="324C6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12" name="Pie 7"/>
          <p:cNvSpPr/>
          <p:nvPr/>
        </p:nvSpPr>
        <p:spPr>
          <a:xfrm rot="1800000">
            <a:off x="2460173" y="676582"/>
            <a:ext cx="4223657" cy="4223655"/>
          </a:xfrm>
          <a:prstGeom prst="pie">
            <a:avLst>
              <a:gd name="adj1" fmla="val 6133989"/>
              <a:gd name="adj2" fmla="val 8760421"/>
            </a:avLst>
          </a:prstGeom>
          <a:gradFill>
            <a:gsLst>
              <a:gs pos="100000">
                <a:srgbClr val="17242F"/>
              </a:gs>
              <a:gs pos="0">
                <a:srgbClr val="324C64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115" name="Group 23"/>
          <p:cNvGrpSpPr/>
          <p:nvPr/>
        </p:nvGrpSpPr>
        <p:grpSpPr>
          <a:xfrm>
            <a:off x="2695469" y="1527173"/>
            <a:ext cx="1011257" cy="163504"/>
            <a:chOff x="3934014" y="2856701"/>
            <a:chExt cx="1348342" cy="218005"/>
          </a:xfrm>
        </p:grpSpPr>
        <p:sp>
          <p:nvSpPr>
            <p:cNvPr id="116" name="Freeform 24"/>
            <p:cNvSpPr/>
            <p:nvPr/>
          </p:nvSpPr>
          <p:spPr bwMode="auto">
            <a:xfrm>
              <a:off x="3934014" y="2856701"/>
              <a:ext cx="1320942" cy="192987"/>
            </a:xfrm>
            <a:custGeom>
              <a:avLst/>
              <a:gdLst>
                <a:gd name="T0" fmla="*/ 1425 w 1425"/>
                <a:gd name="T1" fmla="*/ 153 h 162"/>
                <a:gd name="T2" fmla="*/ 1273 w 1425"/>
                <a:gd name="T3" fmla="*/ 0 h 162"/>
                <a:gd name="T4" fmla="*/ 0 w 1425"/>
                <a:gd name="T5" fmla="*/ 0 h 162"/>
                <a:gd name="T6" fmla="*/ 0 w 1425"/>
                <a:gd name="T7" fmla="*/ 14 h 162"/>
                <a:gd name="T8" fmla="*/ 1268 w 1425"/>
                <a:gd name="T9" fmla="*/ 14 h 162"/>
                <a:gd name="T10" fmla="*/ 1416 w 1425"/>
                <a:gd name="T11" fmla="*/ 162 h 162"/>
                <a:gd name="T12" fmla="*/ 1425 w 1425"/>
                <a:gd name="T13" fmla="*/ 153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5" h="162">
                  <a:moveTo>
                    <a:pt x="1425" y="153"/>
                  </a:moveTo>
                  <a:lnTo>
                    <a:pt x="1273" y="0"/>
                  </a:lnTo>
                  <a:lnTo>
                    <a:pt x="0" y="0"/>
                  </a:lnTo>
                  <a:lnTo>
                    <a:pt x="0" y="14"/>
                  </a:lnTo>
                  <a:lnTo>
                    <a:pt x="1268" y="14"/>
                  </a:lnTo>
                  <a:lnTo>
                    <a:pt x="1416" y="162"/>
                  </a:lnTo>
                  <a:lnTo>
                    <a:pt x="1425" y="153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17" name="Freeform 25"/>
            <p:cNvSpPr/>
            <p:nvPr/>
          </p:nvSpPr>
          <p:spPr bwMode="auto">
            <a:xfrm>
              <a:off x="5219218" y="3013950"/>
              <a:ext cx="63138" cy="60756"/>
            </a:xfrm>
            <a:custGeom>
              <a:avLst/>
              <a:gdLst>
                <a:gd name="T0" fmla="*/ 53 w 53"/>
                <a:gd name="T1" fmla="*/ 51 h 51"/>
                <a:gd name="T2" fmla="*/ 42 w 53"/>
                <a:gd name="T3" fmla="*/ 0 h 51"/>
                <a:gd name="T4" fmla="*/ 0 w 53"/>
                <a:gd name="T5" fmla="*/ 42 h 51"/>
                <a:gd name="T6" fmla="*/ 53 w 53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51">
                  <a:moveTo>
                    <a:pt x="53" y="51"/>
                  </a:moveTo>
                  <a:lnTo>
                    <a:pt x="42" y="0"/>
                  </a:lnTo>
                  <a:lnTo>
                    <a:pt x="0" y="42"/>
                  </a:lnTo>
                  <a:lnTo>
                    <a:pt x="53" y="51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23" name="Freeform 29"/>
          <p:cNvSpPr>
            <a:spLocks noEditPoints="1"/>
          </p:cNvSpPr>
          <p:nvPr/>
        </p:nvSpPr>
        <p:spPr bwMode="auto">
          <a:xfrm>
            <a:off x="6154373" y="1174483"/>
            <a:ext cx="281339" cy="301625"/>
          </a:xfrm>
          <a:custGeom>
            <a:avLst/>
            <a:gdLst>
              <a:gd name="T0" fmla="*/ 2558 w 3187"/>
              <a:gd name="T1" fmla="*/ 2917 h 3426"/>
              <a:gd name="T2" fmla="*/ 2525 w 3187"/>
              <a:gd name="T3" fmla="*/ 3108 h 3426"/>
              <a:gd name="T4" fmla="*/ 2672 w 3187"/>
              <a:gd name="T5" fmla="*/ 3232 h 3426"/>
              <a:gd name="T6" fmla="*/ 2855 w 3187"/>
              <a:gd name="T7" fmla="*/ 3166 h 3426"/>
              <a:gd name="T8" fmla="*/ 2888 w 3187"/>
              <a:gd name="T9" fmla="*/ 2973 h 3426"/>
              <a:gd name="T10" fmla="*/ 2741 w 3187"/>
              <a:gd name="T11" fmla="*/ 2850 h 3426"/>
              <a:gd name="T12" fmla="*/ 1063 w 3187"/>
              <a:gd name="T13" fmla="*/ 2893 h 3426"/>
              <a:gd name="T14" fmla="*/ 997 w 3187"/>
              <a:gd name="T15" fmla="*/ 3075 h 3426"/>
              <a:gd name="T16" fmla="*/ 1120 w 3187"/>
              <a:gd name="T17" fmla="*/ 3222 h 3426"/>
              <a:gd name="T18" fmla="*/ 1313 w 3187"/>
              <a:gd name="T19" fmla="*/ 3189 h 3426"/>
              <a:gd name="T20" fmla="*/ 1378 w 3187"/>
              <a:gd name="T21" fmla="*/ 3006 h 3426"/>
              <a:gd name="T22" fmla="*/ 1255 w 3187"/>
              <a:gd name="T23" fmla="*/ 2860 h 3426"/>
              <a:gd name="T24" fmla="*/ 722 w 3187"/>
              <a:gd name="T25" fmla="*/ 1936 h 3426"/>
              <a:gd name="T26" fmla="*/ 872 w 3187"/>
              <a:gd name="T27" fmla="*/ 2062 h 3426"/>
              <a:gd name="T28" fmla="*/ 2926 w 3187"/>
              <a:gd name="T29" fmla="*/ 2018 h 3426"/>
              <a:gd name="T30" fmla="*/ 2997 w 3187"/>
              <a:gd name="T31" fmla="*/ 1154 h 3426"/>
              <a:gd name="T32" fmla="*/ 656 w 3187"/>
              <a:gd name="T33" fmla="*/ 229 h 3426"/>
              <a:gd name="T34" fmla="*/ 668 w 3187"/>
              <a:gd name="T35" fmla="*/ 236 h 3426"/>
              <a:gd name="T36" fmla="*/ 680 w 3187"/>
              <a:gd name="T37" fmla="*/ 245 h 3426"/>
              <a:gd name="T38" fmla="*/ 694 w 3187"/>
              <a:gd name="T39" fmla="*/ 263 h 3426"/>
              <a:gd name="T40" fmla="*/ 700 w 3187"/>
              <a:gd name="T41" fmla="*/ 272 h 3426"/>
              <a:gd name="T42" fmla="*/ 704 w 3187"/>
              <a:gd name="T43" fmla="*/ 281 h 3426"/>
              <a:gd name="T44" fmla="*/ 707 w 3187"/>
              <a:gd name="T45" fmla="*/ 294 h 3426"/>
              <a:gd name="T46" fmla="*/ 710 w 3187"/>
              <a:gd name="T47" fmla="*/ 308 h 3426"/>
              <a:gd name="T48" fmla="*/ 3109 w 3187"/>
              <a:gd name="T49" fmla="*/ 979 h 3426"/>
              <a:gd name="T50" fmla="*/ 3119 w 3187"/>
              <a:gd name="T51" fmla="*/ 981 h 3426"/>
              <a:gd name="T52" fmla="*/ 3139 w 3187"/>
              <a:gd name="T53" fmla="*/ 990 h 3426"/>
              <a:gd name="T54" fmla="*/ 3151 w 3187"/>
              <a:gd name="T55" fmla="*/ 998 h 3426"/>
              <a:gd name="T56" fmla="*/ 3161 w 3187"/>
              <a:gd name="T57" fmla="*/ 1005 h 3426"/>
              <a:gd name="T58" fmla="*/ 3166 w 3187"/>
              <a:gd name="T59" fmla="*/ 1012 h 3426"/>
              <a:gd name="T60" fmla="*/ 3172 w 3187"/>
              <a:gd name="T61" fmla="*/ 1022 h 3426"/>
              <a:gd name="T62" fmla="*/ 3180 w 3187"/>
              <a:gd name="T63" fmla="*/ 1035 h 3426"/>
              <a:gd name="T64" fmla="*/ 3185 w 3187"/>
              <a:gd name="T65" fmla="*/ 1049 h 3426"/>
              <a:gd name="T66" fmla="*/ 3187 w 3187"/>
              <a:gd name="T67" fmla="*/ 1060 h 3426"/>
              <a:gd name="T68" fmla="*/ 3161 w 3187"/>
              <a:gd name="T69" fmla="*/ 2007 h 3426"/>
              <a:gd name="T70" fmla="*/ 2981 w 3187"/>
              <a:gd name="T71" fmla="*/ 2210 h 3426"/>
              <a:gd name="T72" fmla="*/ 865 w 3187"/>
              <a:gd name="T73" fmla="*/ 2253 h 3426"/>
              <a:gd name="T74" fmla="*/ 712 w 3187"/>
              <a:gd name="T75" fmla="*/ 2495 h 3426"/>
              <a:gd name="T76" fmla="*/ 838 w 3187"/>
              <a:gd name="T77" fmla="*/ 2646 h 3426"/>
              <a:gd name="T78" fmla="*/ 2844 w 3187"/>
              <a:gd name="T79" fmla="*/ 2683 h 3426"/>
              <a:gd name="T80" fmla="*/ 3045 w 3187"/>
              <a:gd name="T81" fmla="*/ 2862 h 3426"/>
              <a:gd name="T82" fmla="*/ 3078 w 3187"/>
              <a:gd name="T83" fmla="*/ 3136 h 3426"/>
              <a:gd name="T84" fmla="*/ 2925 w 3187"/>
              <a:gd name="T85" fmla="*/ 3356 h 3426"/>
              <a:gd name="T86" fmla="*/ 2657 w 3187"/>
              <a:gd name="T87" fmla="*/ 3423 h 3426"/>
              <a:gd name="T88" fmla="*/ 2418 w 3187"/>
              <a:gd name="T89" fmla="*/ 3296 h 3426"/>
              <a:gd name="T90" fmla="*/ 2321 w 3187"/>
              <a:gd name="T91" fmla="*/ 3042 h 3426"/>
              <a:gd name="T92" fmla="*/ 1518 w 3187"/>
              <a:gd name="T93" fmla="*/ 2848 h 3426"/>
              <a:gd name="T94" fmla="*/ 1568 w 3187"/>
              <a:gd name="T95" fmla="*/ 3090 h 3426"/>
              <a:gd name="T96" fmla="*/ 1442 w 3187"/>
              <a:gd name="T97" fmla="*/ 3328 h 3426"/>
              <a:gd name="T98" fmla="*/ 1187 w 3187"/>
              <a:gd name="T99" fmla="*/ 3426 h 3426"/>
              <a:gd name="T100" fmla="*/ 932 w 3187"/>
              <a:gd name="T101" fmla="*/ 3329 h 3426"/>
              <a:gd name="T102" fmla="*/ 806 w 3187"/>
              <a:gd name="T103" fmla="*/ 3090 h 3426"/>
              <a:gd name="T104" fmla="*/ 858 w 3187"/>
              <a:gd name="T105" fmla="*/ 2845 h 3426"/>
              <a:gd name="T106" fmla="*/ 617 w 3187"/>
              <a:gd name="T107" fmla="*/ 2717 h 3426"/>
              <a:gd name="T108" fmla="*/ 519 w 3187"/>
              <a:gd name="T109" fmla="*/ 2459 h 3426"/>
              <a:gd name="T110" fmla="*/ 3 w 3187"/>
              <a:gd name="T111" fmla="*/ 122 h 3426"/>
              <a:gd name="T112" fmla="*/ 49 w 3187"/>
              <a:gd name="T113" fmla="*/ 12 h 3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187" h="3426">
                <a:moveTo>
                  <a:pt x="2707" y="2847"/>
                </a:moveTo>
                <a:lnTo>
                  <a:pt x="2672" y="2850"/>
                </a:lnTo>
                <a:lnTo>
                  <a:pt x="2639" y="2860"/>
                </a:lnTo>
                <a:lnTo>
                  <a:pt x="2608" y="2874"/>
                </a:lnTo>
                <a:lnTo>
                  <a:pt x="2582" y="2893"/>
                </a:lnTo>
                <a:lnTo>
                  <a:pt x="2558" y="2917"/>
                </a:lnTo>
                <a:lnTo>
                  <a:pt x="2539" y="2943"/>
                </a:lnTo>
                <a:lnTo>
                  <a:pt x="2525" y="2973"/>
                </a:lnTo>
                <a:lnTo>
                  <a:pt x="2515" y="3007"/>
                </a:lnTo>
                <a:lnTo>
                  <a:pt x="2512" y="3041"/>
                </a:lnTo>
                <a:lnTo>
                  <a:pt x="2515" y="3075"/>
                </a:lnTo>
                <a:lnTo>
                  <a:pt x="2525" y="3108"/>
                </a:lnTo>
                <a:lnTo>
                  <a:pt x="2539" y="3138"/>
                </a:lnTo>
                <a:lnTo>
                  <a:pt x="2558" y="3165"/>
                </a:lnTo>
                <a:lnTo>
                  <a:pt x="2582" y="3189"/>
                </a:lnTo>
                <a:lnTo>
                  <a:pt x="2608" y="3208"/>
                </a:lnTo>
                <a:lnTo>
                  <a:pt x="2639" y="3222"/>
                </a:lnTo>
                <a:lnTo>
                  <a:pt x="2672" y="3232"/>
                </a:lnTo>
                <a:lnTo>
                  <a:pt x="2707" y="3235"/>
                </a:lnTo>
                <a:lnTo>
                  <a:pt x="2741" y="3232"/>
                </a:lnTo>
                <a:lnTo>
                  <a:pt x="2773" y="3222"/>
                </a:lnTo>
                <a:lnTo>
                  <a:pt x="2804" y="3208"/>
                </a:lnTo>
                <a:lnTo>
                  <a:pt x="2831" y="3189"/>
                </a:lnTo>
                <a:lnTo>
                  <a:pt x="2855" y="3166"/>
                </a:lnTo>
                <a:lnTo>
                  <a:pt x="2874" y="3139"/>
                </a:lnTo>
                <a:lnTo>
                  <a:pt x="2888" y="3109"/>
                </a:lnTo>
                <a:lnTo>
                  <a:pt x="2898" y="3075"/>
                </a:lnTo>
                <a:lnTo>
                  <a:pt x="2901" y="3041"/>
                </a:lnTo>
                <a:lnTo>
                  <a:pt x="2898" y="3006"/>
                </a:lnTo>
                <a:lnTo>
                  <a:pt x="2888" y="2973"/>
                </a:lnTo>
                <a:lnTo>
                  <a:pt x="2874" y="2943"/>
                </a:lnTo>
                <a:lnTo>
                  <a:pt x="2855" y="2916"/>
                </a:lnTo>
                <a:lnTo>
                  <a:pt x="2831" y="2893"/>
                </a:lnTo>
                <a:lnTo>
                  <a:pt x="2804" y="2874"/>
                </a:lnTo>
                <a:lnTo>
                  <a:pt x="2773" y="2860"/>
                </a:lnTo>
                <a:lnTo>
                  <a:pt x="2741" y="2850"/>
                </a:lnTo>
                <a:lnTo>
                  <a:pt x="2707" y="2847"/>
                </a:lnTo>
                <a:close/>
                <a:moveTo>
                  <a:pt x="1188" y="2847"/>
                </a:moveTo>
                <a:lnTo>
                  <a:pt x="1153" y="2850"/>
                </a:lnTo>
                <a:lnTo>
                  <a:pt x="1120" y="2860"/>
                </a:lnTo>
                <a:lnTo>
                  <a:pt x="1090" y="2874"/>
                </a:lnTo>
                <a:lnTo>
                  <a:pt x="1063" y="2893"/>
                </a:lnTo>
                <a:lnTo>
                  <a:pt x="1040" y="2917"/>
                </a:lnTo>
                <a:lnTo>
                  <a:pt x="1020" y="2943"/>
                </a:lnTo>
                <a:lnTo>
                  <a:pt x="1007" y="2973"/>
                </a:lnTo>
                <a:lnTo>
                  <a:pt x="997" y="3007"/>
                </a:lnTo>
                <a:lnTo>
                  <a:pt x="994" y="3041"/>
                </a:lnTo>
                <a:lnTo>
                  <a:pt x="997" y="3075"/>
                </a:lnTo>
                <a:lnTo>
                  <a:pt x="1007" y="3108"/>
                </a:lnTo>
                <a:lnTo>
                  <a:pt x="1020" y="3138"/>
                </a:lnTo>
                <a:lnTo>
                  <a:pt x="1040" y="3165"/>
                </a:lnTo>
                <a:lnTo>
                  <a:pt x="1063" y="3189"/>
                </a:lnTo>
                <a:lnTo>
                  <a:pt x="1090" y="3208"/>
                </a:lnTo>
                <a:lnTo>
                  <a:pt x="1120" y="3222"/>
                </a:lnTo>
                <a:lnTo>
                  <a:pt x="1153" y="3232"/>
                </a:lnTo>
                <a:lnTo>
                  <a:pt x="1188" y="3235"/>
                </a:lnTo>
                <a:lnTo>
                  <a:pt x="1223" y="3232"/>
                </a:lnTo>
                <a:lnTo>
                  <a:pt x="1255" y="3222"/>
                </a:lnTo>
                <a:lnTo>
                  <a:pt x="1285" y="3208"/>
                </a:lnTo>
                <a:lnTo>
                  <a:pt x="1313" y="3189"/>
                </a:lnTo>
                <a:lnTo>
                  <a:pt x="1336" y="3166"/>
                </a:lnTo>
                <a:lnTo>
                  <a:pt x="1355" y="3139"/>
                </a:lnTo>
                <a:lnTo>
                  <a:pt x="1370" y="3109"/>
                </a:lnTo>
                <a:lnTo>
                  <a:pt x="1378" y="3075"/>
                </a:lnTo>
                <a:lnTo>
                  <a:pt x="1381" y="3041"/>
                </a:lnTo>
                <a:lnTo>
                  <a:pt x="1378" y="3006"/>
                </a:lnTo>
                <a:lnTo>
                  <a:pt x="1370" y="2973"/>
                </a:lnTo>
                <a:lnTo>
                  <a:pt x="1355" y="2943"/>
                </a:lnTo>
                <a:lnTo>
                  <a:pt x="1336" y="2916"/>
                </a:lnTo>
                <a:lnTo>
                  <a:pt x="1313" y="2893"/>
                </a:lnTo>
                <a:lnTo>
                  <a:pt x="1285" y="2874"/>
                </a:lnTo>
                <a:lnTo>
                  <a:pt x="1255" y="2860"/>
                </a:lnTo>
                <a:lnTo>
                  <a:pt x="1223" y="2850"/>
                </a:lnTo>
                <a:lnTo>
                  <a:pt x="1188" y="2847"/>
                </a:lnTo>
                <a:close/>
                <a:moveTo>
                  <a:pt x="709" y="840"/>
                </a:moveTo>
                <a:lnTo>
                  <a:pt x="709" y="1867"/>
                </a:lnTo>
                <a:lnTo>
                  <a:pt x="712" y="1903"/>
                </a:lnTo>
                <a:lnTo>
                  <a:pt x="722" y="1936"/>
                </a:lnTo>
                <a:lnTo>
                  <a:pt x="736" y="1967"/>
                </a:lnTo>
                <a:lnTo>
                  <a:pt x="756" y="1994"/>
                </a:lnTo>
                <a:lnTo>
                  <a:pt x="780" y="2018"/>
                </a:lnTo>
                <a:lnTo>
                  <a:pt x="807" y="2038"/>
                </a:lnTo>
                <a:lnTo>
                  <a:pt x="838" y="2053"/>
                </a:lnTo>
                <a:lnTo>
                  <a:pt x="872" y="2062"/>
                </a:lnTo>
                <a:lnTo>
                  <a:pt x="907" y="2065"/>
                </a:lnTo>
                <a:lnTo>
                  <a:pt x="2798" y="2065"/>
                </a:lnTo>
                <a:lnTo>
                  <a:pt x="2834" y="2062"/>
                </a:lnTo>
                <a:lnTo>
                  <a:pt x="2867" y="2053"/>
                </a:lnTo>
                <a:lnTo>
                  <a:pt x="2899" y="2038"/>
                </a:lnTo>
                <a:lnTo>
                  <a:pt x="2926" y="2018"/>
                </a:lnTo>
                <a:lnTo>
                  <a:pt x="2950" y="1994"/>
                </a:lnTo>
                <a:lnTo>
                  <a:pt x="2970" y="1967"/>
                </a:lnTo>
                <a:lnTo>
                  <a:pt x="2984" y="1936"/>
                </a:lnTo>
                <a:lnTo>
                  <a:pt x="2994" y="1902"/>
                </a:lnTo>
                <a:lnTo>
                  <a:pt x="2997" y="1866"/>
                </a:lnTo>
                <a:lnTo>
                  <a:pt x="2997" y="1154"/>
                </a:lnTo>
                <a:lnTo>
                  <a:pt x="709" y="840"/>
                </a:lnTo>
                <a:close/>
                <a:moveTo>
                  <a:pt x="89" y="0"/>
                </a:moveTo>
                <a:lnTo>
                  <a:pt x="111" y="2"/>
                </a:lnTo>
                <a:lnTo>
                  <a:pt x="132" y="9"/>
                </a:lnTo>
                <a:lnTo>
                  <a:pt x="652" y="226"/>
                </a:lnTo>
                <a:lnTo>
                  <a:pt x="656" y="229"/>
                </a:lnTo>
                <a:lnTo>
                  <a:pt x="661" y="231"/>
                </a:lnTo>
                <a:lnTo>
                  <a:pt x="662" y="232"/>
                </a:lnTo>
                <a:lnTo>
                  <a:pt x="663" y="232"/>
                </a:lnTo>
                <a:lnTo>
                  <a:pt x="664" y="233"/>
                </a:lnTo>
                <a:lnTo>
                  <a:pt x="666" y="234"/>
                </a:lnTo>
                <a:lnTo>
                  <a:pt x="668" y="236"/>
                </a:lnTo>
                <a:lnTo>
                  <a:pt x="670" y="237"/>
                </a:lnTo>
                <a:lnTo>
                  <a:pt x="672" y="239"/>
                </a:lnTo>
                <a:lnTo>
                  <a:pt x="674" y="240"/>
                </a:lnTo>
                <a:lnTo>
                  <a:pt x="676" y="241"/>
                </a:lnTo>
                <a:lnTo>
                  <a:pt x="678" y="243"/>
                </a:lnTo>
                <a:lnTo>
                  <a:pt x="680" y="245"/>
                </a:lnTo>
                <a:lnTo>
                  <a:pt x="682" y="247"/>
                </a:lnTo>
                <a:lnTo>
                  <a:pt x="689" y="254"/>
                </a:lnTo>
                <a:lnTo>
                  <a:pt x="690" y="256"/>
                </a:lnTo>
                <a:lnTo>
                  <a:pt x="691" y="258"/>
                </a:lnTo>
                <a:lnTo>
                  <a:pt x="693" y="262"/>
                </a:lnTo>
                <a:lnTo>
                  <a:pt x="694" y="263"/>
                </a:lnTo>
                <a:lnTo>
                  <a:pt x="695" y="265"/>
                </a:lnTo>
                <a:lnTo>
                  <a:pt x="698" y="267"/>
                </a:lnTo>
                <a:lnTo>
                  <a:pt x="699" y="269"/>
                </a:lnTo>
                <a:lnTo>
                  <a:pt x="699" y="270"/>
                </a:lnTo>
                <a:lnTo>
                  <a:pt x="700" y="271"/>
                </a:lnTo>
                <a:lnTo>
                  <a:pt x="700" y="272"/>
                </a:lnTo>
                <a:lnTo>
                  <a:pt x="701" y="274"/>
                </a:lnTo>
                <a:lnTo>
                  <a:pt x="702" y="275"/>
                </a:lnTo>
                <a:lnTo>
                  <a:pt x="703" y="278"/>
                </a:lnTo>
                <a:lnTo>
                  <a:pt x="703" y="279"/>
                </a:lnTo>
                <a:lnTo>
                  <a:pt x="704" y="280"/>
                </a:lnTo>
                <a:lnTo>
                  <a:pt x="704" y="281"/>
                </a:lnTo>
                <a:lnTo>
                  <a:pt x="706" y="287"/>
                </a:lnTo>
                <a:lnTo>
                  <a:pt x="706" y="288"/>
                </a:lnTo>
                <a:lnTo>
                  <a:pt x="706" y="289"/>
                </a:lnTo>
                <a:lnTo>
                  <a:pt x="706" y="290"/>
                </a:lnTo>
                <a:lnTo>
                  <a:pt x="707" y="292"/>
                </a:lnTo>
                <a:lnTo>
                  <a:pt x="707" y="294"/>
                </a:lnTo>
                <a:lnTo>
                  <a:pt x="708" y="296"/>
                </a:lnTo>
                <a:lnTo>
                  <a:pt x="708" y="299"/>
                </a:lnTo>
                <a:lnTo>
                  <a:pt x="708" y="303"/>
                </a:lnTo>
                <a:lnTo>
                  <a:pt x="709" y="304"/>
                </a:lnTo>
                <a:lnTo>
                  <a:pt x="709" y="305"/>
                </a:lnTo>
                <a:lnTo>
                  <a:pt x="710" y="308"/>
                </a:lnTo>
                <a:lnTo>
                  <a:pt x="710" y="312"/>
                </a:lnTo>
                <a:lnTo>
                  <a:pt x="710" y="315"/>
                </a:lnTo>
                <a:lnTo>
                  <a:pt x="710" y="649"/>
                </a:lnTo>
                <a:lnTo>
                  <a:pt x="3105" y="979"/>
                </a:lnTo>
                <a:lnTo>
                  <a:pt x="3108" y="979"/>
                </a:lnTo>
                <a:lnTo>
                  <a:pt x="3109" y="979"/>
                </a:lnTo>
                <a:lnTo>
                  <a:pt x="3111" y="979"/>
                </a:lnTo>
                <a:lnTo>
                  <a:pt x="3112" y="979"/>
                </a:lnTo>
                <a:lnTo>
                  <a:pt x="3114" y="980"/>
                </a:lnTo>
                <a:lnTo>
                  <a:pt x="3116" y="980"/>
                </a:lnTo>
                <a:lnTo>
                  <a:pt x="3118" y="981"/>
                </a:lnTo>
                <a:lnTo>
                  <a:pt x="3119" y="981"/>
                </a:lnTo>
                <a:lnTo>
                  <a:pt x="3121" y="981"/>
                </a:lnTo>
                <a:lnTo>
                  <a:pt x="3122" y="982"/>
                </a:lnTo>
                <a:lnTo>
                  <a:pt x="3124" y="983"/>
                </a:lnTo>
                <a:lnTo>
                  <a:pt x="3126" y="983"/>
                </a:lnTo>
                <a:lnTo>
                  <a:pt x="3130" y="985"/>
                </a:lnTo>
                <a:lnTo>
                  <a:pt x="3139" y="990"/>
                </a:lnTo>
                <a:lnTo>
                  <a:pt x="3141" y="992"/>
                </a:lnTo>
                <a:lnTo>
                  <a:pt x="3144" y="993"/>
                </a:lnTo>
                <a:lnTo>
                  <a:pt x="3145" y="994"/>
                </a:lnTo>
                <a:lnTo>
                  <a:pt x="3147" y="995"/>
                </a:lnTo>
                <a:lnTo>
                  <a:pt x="3149" y="996"/>
                </a:lnTo>
                <a:lnTo>
                  <a:pt x="3151" y="998"/>
                </a:lnTo>
                <a:lnTo>
                  <a:pt x="3152" y="999"/>
                </a:lnTo>
                <a:lnTo>
                  <a:pt x="3153" y="1000"/>
                </a:lnTo>
                <a:lnTo>
                  <a:pt x="3154" y="1001"/>
                </a:lnTo>
                <a:lnTo>
                  <a:pt x="3159" y="1004"/>
                </a:lnTo>
                <a:lnTo>
                  <a:pt x="3160" y="1005"/>
                </a:lnTo>
                <a:lnTo>
                  <a:pt x="3161" y="1005"/>
                </a:lnTo>
                <a:lnTo>
                  <a:pt x="3161" y="1007"/>
                </a:lnTo>
                <a:lnTo>
                  <a:pt x="3162" y="1008"/>
                </a:lnTo>
                <a:lnTo>
                  <a:pt x="3163" y="1009"/>
                </a:lnTo>
                <a:lnTo>
                  <a:pt x="3164" y="1010"/>
                </a:lnTo>
                <a:lnTo>
                  <a:pt x="3165" y="1011"/>
                </a:lnTo>
                <a:lnTo>
                  <a:pt x="3166" y="1012"/>
                </a:lnTo>
                <a:lnTo>
                  <a:pt x="3167" y="1013"/>
                </a:lnTo>
                <a:lnTo>
                  <a:pt x="3168" y="1016"/>
                </a:lnTo>
                <a:lnTo>
                  <a:pt x="3169" y="1017"/>
                </a:lnTo>
                <a:lnTo>
                  <a:pt x="3169" y="1018"/>
                </a:lnTo>
                <a:lnTo>
                  <a:pt x="3171" y="1020"/>
                </a:lnTo>
                <a:lnTo>
                  <a:pt x="3172" y="1022"/>
                </a:lnTo>
                <a:lnTo>
                  <a:pt x="3173" y="1023"/>
                </a:lnTo>
                <a:lnTo>
                  <a:pt x="3174" y="1025"/>
                </a:lnTo>
                <a:lnTo>
                  <a:pt x="3176" y="1029"/>
                </a:lnTo>
                <a:lnTo>
                  <a:pt x="3177" y="1031"/>
                </a:lnTo>
                <a:lnTo>
                  <a:pt x="3179" y="1033"/>
                </a:lnTo>
                <a:lnTo>
                  <a:pt x="3180" y="1035"/>
                </a:lnTo>
                <a:lnTo>
                  <a:pt x="3181" y="1037"/>
                </a:lnTo>
                <a:lnTo>
                  <a:pt x="3182" y="1040"/>
                </a:lnTo>
                <a:lnTo>
                  <a:pt x="3183" y="1042"/>
                </a:lnTo>
                <a:lnTo>
                  <a:pt x="3183" y="1044"/>
                </a:lnTo>
                <a:lnTo>
                  <a:pt x="3184" y="1046"/>
                </a:lnTo>
                <a:lnTo>
                  <a:pt x="3185" y="1049"/>
                </a:lnTo>
                <a:lnTo>
                  <a:pt x="3185" y="1051"/>
                </a:lnTo>
                <a:lnTo>
                  <a:pt x="3186" y="1053"/>
                </a:lnTo>
                <a:lnTo>
                  <a:pt x="3186" y="1055"/>
                </a:lnTo>
                <a:lnTo>
                  <a:pt x="3186" y="1057"/>
                </a:lnTo>
                <a:lnTo>
                  <a:pt x="3187" y="1058"/>
                </a:lnTo>
                <a:lnTo>
                  <a:pt x="3187" y="1060"/>
                </a:lnTo>
                <a:lnTo>
                  <a:pt x="3187" y="1062"/>
                </a:lnTo>
                <a:lnTo>
                  <a:pt x="3187" y="1065"/>
                </a:lnTo>
                <a:lnTo>
                  <a:pt x="3187" y="1867"/>
                </a:lnTo>
                <a:lnTo>
                  <a:pt x="3184" y="1915"/>
                </a:lnTo>
                <a:lnTo>
                  <a:pt x="3175" y="1962"/>
                </a:lnTo>
                <a:lnTo>
                  <a:pt x="3161" y="2007"/>
                </a:lnTo>
                <a:lnTo>
                  <a:pt x="3142" y="2050"/>
                </a:lnTo>
                <a:lnTo>
                  <a:pt x="3117" y="2088"/>
                </a:lnTo>
                <a:lnTo>
                  <a:pt x="3089" y="2125"/>
                </a:lnTo>
                <a:lnTo>
                  <a:pt x="3056" y="2157"/>
                </a:lnTo>
                <a:lnTo>
                  <a:pt x="3020" y="2185"/>
                </a:lnTo>
                <a:lnTo>
                  <a:pt x="2981" y="2210"/>
                </a:lnTo>
                <a:lnTo>
                  <a:pt x="2938" y="2229"/>
                </a:lnTo>
                <a:lnTo>
                  <a:pt x="2893" y="2244"/>
                </a:lnTo>
                <a:lnTo>
                  <a:pt x="2846" y="2252"/>
                </a:lnTo>
                <a:lnTo>
                  <a:pt x="2798" y="2255"/>
                </a:lnTo>
                <a:lnTo>
                  <a:pt x="907" y="2255"/>
                </a:lnTo>
                <a:lnTo>
                  <a:pt x="865" y="2253"/>
                </a:lnTo>
                <a:lnTo>
                  <a:pt x="823" y="2247"/>
                </a:lnTo>
                <a:lnTo>
                  <a:pt x="783" y="2235"/>
                </a:lnTo>
                <a:lnTo>
                  <a:pt x="745" y="2221"/>
                </a:lnTo>
                <a:lnTo>
                  <a:pt x="709" y="2202"/>
                </a:lnTo>
                <a:lnTo>
                  <a:pt x="709" y="2459"/>
                </a:lnTo>
                <a:lnTo>
                  <a:pt x="712" y="2495"/>
                </a:lnTo>
                <a:lnTo>
                  <a:pt x="722" y="2528"/>
                </a:lnTo>
                <a:lnTo>
                  <a:pt x="736" y="2559"/>
                </a:lnTo>
                <a:lnTo>
                  <a:pt x="756" y="2588"/>
                </a:lnTo>
                <a:lnTo>
                  <a:pt x="780" y="2612"/>
                </a:lnTo>
                <a:lnTo>
                  <a:pt x="807" y="2630"/>
                </a:lnTo>
                <a:lnTo>
                  <a:pt x="838" y="2646"/>
                </a:lnTo>
                <a:lnTo>
                  <a:pt x="872" y="2655"/>
                </a:lnTo>
                <a:lnTo>
                  <a:pt x="907" y="2658"/>
                </a:lnTo>
                <a:lnTo>
                  <a:pt x="2705" y="2658"/>
                </a:lnTo>
                <a:lnTo>
                  <a:pt x="2754" y="2661"/>
                </a:lnTo>
                <a:lnTo>
                  <a:pt x="2801" y="2670"/>
                </a:lnTo>
                <a:lnTo>
                  <a:pt x="2844" y="2683"/>
                </a:lnTo>
                <a:lnTo>
                  <a:pt x="2886" y="2703"/>
                </a:lnTo>
                <a:lnTo>
                  <a:pt x="2925" y="2727"/>
                </a:lnTo>
                <a:lnTo>
                  <a:pt x="2960" y="2755"/>
                </a:lnTo>
                <a:lnTo>
                  <a:pt x="2993" y="2787"/>
                </a:lnTo>
                <a:lnTo>
                  <a:pt x="3021" y="2823"/>
                </a:lnTo>
                <a:lnTo>
                  <a:pt x="3045" y="2862"/>
                </a:lnTo>
                <a:lnTo>
                  <a:pt x="3064" y="2903"/>
                </a:lnTo>
                <a:lnTo>
                  <a:pt x="3078" y="2947"/>
                </a:lnTo>
                <a:lnTo>
                  <a:pt x="3087" y="2994"/>
                </a:lnTo>
                <a:lnTo>
                  <a:pt x="3090" y="3042"/>
                </a:lnTo>
                <a:lnTo>
                  <a:pt x="3087" y="3090"/>
                </a:lnTo>
                <a:lnTo>
                  <a:pt x="3078" y="3136"/>
                </a:lnTo>
                <a:lnTo>
                  <a:pt x="3064" y="3180"/>
                </a:lnTo>
                <a:lnTo>
                  <a:pt x="3045" y="3221"/>
                </a:lnTo>
                <a:lnTo>
                  <a:pt x="3021" y="3261"/>
                </a:lnTo>
                <a:lnTo>
                  <a:pt x="2993" y="3296"/>
                </a:lnTo>
                <a:lnTo>
                  <a:pt x="2960" y="3328"/>
                </a:lnTo>
                <a:lnTo>
                  <a:pt x="2925" y="3356"/>
                </a:lnTo>
                <a:lnTo>
                  <a:pt x="2886" y="3380"/>
                </a:lnTo>
                <a:lnTo>
                  <a:pt x="2844" y="3400"/>
                </a:lnTo>
                <a:lnTo>
                  <a:pt x="2801" y="3413"/>
                </a:lnTo>
                <a:lnTo>
                  <a:pt x="2754" y="3423"/>
                </a:lnTo>
                <a:lnTo>
                  <a:pt x="2705" y="3426"/>
                </a:lnTo>
                <a:lnTo>
                  <a:pt x="2657" y="3423"/>
                </a:lnTo>
                <a:lnTo>
                  <a:pt x="2612" y="3413"/>
                </a:lnTo>
                <a:lnTo>
                  <a:pt x="2568" y="3400"/>
                </a:lnTo>
                <a:lnTo>
                  <a:pt x="2526" y="3380"/>
                </a:lnTo>
                <a:lnTo>
                  <a:pt x="2486" y="3357"/>
                </a:lnTo>
                <a:lnTo>
                  <a:pt x="2451" y="3329"/>
                </a:lnTo>
                <a:lnTo>
                  <a:pt x="2418" y="3296"/>
                </a:lnTo>
                <a:lnTo>
                  <a:pt x="2390" y="3261"/>
                </a:lnTo>
                <a:lnTo>
                  <a:pt x="2367" y="3222"/>
                </a:lnTo>
                <a:lnTo>
                  <a:pt x="2347" y="3181"/>
                </a:lnTo>
                <a:lnTo>
                  <a:pt x="2334" y="3136"/>
                </a:lnTo>
                <a:lnTo>
                  <a:pt x="2324" y="3090"/>
                </a:lnTo>
                <a:lnTo>
                  <a:pt x="2321" y="3042"/>
                </a:lnTo>
                <a:lnTo>
                  <a:pt x="2323" y="3000"/>
                </a:lnTo>
                <a:lnTo>
                  <a:pt x="2331" y="2960"/>
                </a:lnTo>
                <a:lnTo>
                  <a:pt x="2341" y="2920"/>
                </a:lnTo>
                <a:lnTo>
                  <a:pt x="2356" y="2884"/>
                </a:lnTo>
                <a:lnTo>
                  <a:pt x="2374" y="2848"/>
                </a:lnTo>
                <a:lnTo>
                  <a:pt x="1518" y="2848"/>
                </a:lnTo>
                <a:lnTo>
                  <a:pt x="1537" y="2883"/>
                </a:lnTo>
                <a:lnTo>
                  <a:pt x="1552" y="2920"/>
                </a:lnTo>
                <a:lnTo>
                  <a:pt x="1562" y="2960"/>
                </a:lnTo>
                <a:lnTo>
                  <a:pt x="1569" y="3000"/>
                </a:lnTo>
                <a:lnTo>
                  <a:pt x="1572" y="3042"/>
                </a:lnTo>
                <a:lnTo>
                  <a:pt x="1568" y="3090"/>
                </a:lnTo>
                <a:lnTo>
                  <a:pt x="1560" y="3136"/>
                </a:lnTo>
                <a:lnTo>
                  <a:pt x="1545" y="3180"/>
                </a:lnTo>
                <a:lnTo>
                  <a:pt x="1527" y="3221"/>
                </a:lnTo>
                <a:lnTo>
                  <a:pt x="1503" y="3261"/>
                </a:lnTo>
                <a:lnTo>
                  <a:pt x="1474" y="3296"/>
                </a:lnTo>
                <a:lnTo>
                  <a:pt x="1442" y="3328"/>
                </a:lnTo>
                <a:lnTo>
                  <a:pt x="1407" y="3356"/>
                </a:lnTo>
                <a:lnTo>
                  <a:pt x="1368" y="3380"/>
                </a:lnTo>
                <a:lnTo>
                  <a:pt x="1326" y="3400"/>
                </a:lnTo>
                <a:lnTo>
                  <a:pt x="1281" y="3413"/>
                </a:lnTo>
                <a:lnTo>
                  <a:pt x="1235" y="3423"/>
                </a:lnTo>
                <a:lnTo>
                  <a:pt x="1187" y="3426"/>
                </a:lnTo>
                <a:lnTo>
                  <a:pt x="1139" y="3423"/>
                </a:lnTo>
                <a:lnTo>
                  <a:pt x="1092" y="3413"/>
                </a:lnTo>
                <a:lnTo>
                  <a:pt x="1048" y="3400"/>
                </a:lnTo>
                <a:lnTo>
                  <a:pt x="1007" y="3380"/>
                </a:lnTo>
                <a:lnTo>
                  <a:pt x="968" y="3357"/>
                </a:lnTo>
                <a:lnTo>
                  <a:pt x="932" y="3329"/>
                </a:lnTo>
                <a:lnTo>
                  <a:pt x="900" y="3296"/>
                </a:lnTo>
                <a:lnTo>
                  <a:pt x="872" y="3261"/>
                </a:lnTo>
                <a:lnTo>
                  <a:pt x="848" y="3222"/>
                </a:lnTo>
                <a:lnTo>
                  <a:pt x="829" y="3181"/>
                </a:lnTo>
                <a:lnTo>
                  <a:pt x="814" y="3136"/>
                </a:lnTo>
                <a:lnTo>
                  <a:pt x="806" y="3090"/>
                </a:lnTo>
                <a:lnTo>
                  <a:pt x="803" y="3042"/>
                </a:lnTo>
                <a:lnTo>
                  <a:pt x="805" y="2999"/>
                </a:lnTo>
                <a:lnTo>
                  <a:pt x="812" y="2958"/>
                </a:lnTo>
                <a:lnTo>
                  <a:pt x="824" y="2918"/>
                </a:lnTo>
                <a:lnTo>
                  <a:pt x="838" y="2880"/>
                </a:lnTo>
                <a:lnTo>
                  <a:pt x="858" y="2845"/>
                </a:lnTo>
                <a:lnTo>
                  <a:pt x="811" y="2836"/>
                </a:lnTo>
                <a:lnTo>
                  <a:pt x="766" y="2821"/>
                </a:lnTo>
                <a:lnTo>
                  <a:pt x="725" y="2801"/>
                </a:lnTo>
                <a:lnTo>
                  <a:pt x="685" y="2777"/>
                </a:lnTo>
                <a:lnTo>
                  <a:pt x="649" y="2749"/>
                </a:lnTo>
                <a:lnTo>
                  <a:pt x="617" y="2717"/>
                </a:lnTo>
                <a:lnTo>
                  <a:pt x="588" y="2680"/>
                </a:lnTo>
                <a:lnTo>
                  <a:pt x="564" y="2642"/>
                </a:lnTo>
                <a:lnTo>
                  <a:pt x="545" y="2599"/>
                </a:lnTo>
                <a:lnTo>
                  <a:pt x="530" y="2555"/>
                </a:lnTo>
                <a:lnTo>
                  <a:pt x="522" y="2508"/>
                </a:lnTo>
                <a:lnTo>
                  <a:pt x="519" y="2459"/>
                </a:lnTo>
                <a:lnTo>
                  <a:pt x="519" y="378"/>
                </a:lnTo>
                <a:lnTo>
                  <a:pt x="57" y="184"/>
                </a:lnTo>
                <a:lnTo>
                  <a:pt x="39" y="172"/>
                </a:lnTo>
                <a:lnTo>
                  <a:pt x="23" y="159"/>
                </a:lnTo>
                <a:lnTo>
                  <a:pt x="10" y="141"/>
                </a:lnTo>
                <a:lnTo>
                  <a:pt x="3" y="122"/>
                </a:lnTo>
                <a:lnTo>
                  <a:pt x="0" y="101"/>
                </a:lnTo>
                <a:lnTo>
                  <a:pt x="1" y="79"/>
                </a:lnTo>
                <a:lnTo>
                  <a:pt x="7" y="59"/>
                </a:lnTo>
                <a:lnTo>
                  <a:pt x="18" y="40"/>
                </a:lnTo>
                <a:lnTo>
                  <a:pt x="32" y="24"/>
                </a:lnTo>
                <a:lnTo>
                  <a:pt x="49" y="12"/>
                </a:lnTo>
                <a:lnTo>
                  <a:pt x="69" y="4"/>
                </a:lnTo>
                <a:lnTo>
                  <a:pt x="89" y="0"/>
                </a:lnTo>
                <a:close/>
              </a:path>
            </a:pathLst>
          </a:custGeom>
          <a:gradFill>
            <a:gsLst>
              <a:gs pos="0">
                <a:srgbClr val="324C64"/>
              </a:gs>
              <a:gs pos="100000">
                <a:srgbClr val="283C4F"/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  <p:grpSp>
        <p:nvGrpSpPr>
          <p:cNvPr id="124" name="Group 35"/>
          <p:cNvGrpSpPr/>
          <p:nvPr/>
        </p:nvGrpSpPr>
        <p:grpSpPr>
          <a:xfrm>
            <a:off x="2255525" y="2242257"/>
            <a:ext cx="331815" cy="309303"/>
            <a:chOff x="3479800" y="3486150"/>
            <a:chExt cx="538163" cy="501651"/>
          </a:xfrm>
          <a:gradFill>
            <a:gsLst>
              <a:gs pos="0">
                <a:srgbClr val="324C64"/>
              </a:gs>
              <a:gs pos="100000">
                <a:srgbClr val="283C4F"/>
              </a:gs>
            </a:gsLst>
            <a:lin ang="2700000" scaled="1"/>
          </a:gradFill>
        </p:grpSpPr>
        <p:sp>
          <p:nvSpPr>
            <p:cNvPr id="125" name="Freeform 189"/>
            <p:cNvSpPr/>
            <p:nvPr/>
          </p:nvSpPr>
          <p:spPr bwMode="auto">
            <a:xfrm>
              <a:off x="3479800" y="3678238"/>
              <a:ext cx="333375" cy="309563"/>
            </a:xfrm>
            <a:custGeom>
              <a:avLst/>
              <a:gdLst>
                <a:gd name="T0" fmla="*/ 1097 w 2098"/>
                <a:gd name="T1" fmla="*/ 13 h 1954"/>
                <a:gd name="T2" fmla="*/ 1136 w 2098"/>
                <a:gd name="T3" fmla="*/ 63 h 1954"/>
                <a:gd name="T4" fmla="*/ 1136 w 2098"/>
                <a:gd name="T5" fmla="*/ 125 h 1954"/>
                <a:gd name="T6" fmla="*/ 306 w 2098"/>
                <a:gd name="T7" fmla="*/ 969 h 1954"/>
                <a:gd name="T8" fmla="*/ 228 w 2098"/>
                <a:gd name="T9" fmla="*/ 1079 h 1954"/>
                <a:gd name="T10" fmla="*/ 193 w 2098"/>
                <a:gd name="T11" fmla="*/ 1205 h 1954"/>
                <a:gd name="T12" fmla="*/ 200 w 2098"/>
                <a:gd name="T13" fmla="*/ 1334 h 1954"/>
                <a:gd name="T14" fmla="*/ 249 w 2098"/>
                <a:gd name="T15" fmla="*/ 1455 h 1954"/>
                <a:gd name="T16" fmla="*/ 428 w 2098"/>
                <a:gd name="T17" fmla="*/ 1649 h 1954"/>
                <a:gd name="T18" fmla="*/ 538 w 2098"/>
                <a:gd name="T19" fmla="*/ 1726 h 1954"/>
                <a:gd name="T20" fmla="*/ 664 w 2098"/>
                <a:gd name="T21" fmla="*/ 1761 h 1954"/>
                <a:gd name="T22" fmla="*/ 792 w 2098"/>
                <a:gd name="T23" fmla="*/ 1754 h 1954"/>
                <a:gd name="T24" fmla="*/ 914 w 2098"/>
                <a:gd name="T25" fmla="*/ 1705 h 1954"/>
                <a:gd name="T26" fmla="*/ 1794 w 2098"/>
                <a:gd name="T27" fmla="*/ 840 h 1954"/>
                <a:gd name="T28" fmla="*/ 1871 w 2098"/>
                <a:gd name="T29" fmla="*/ 730 h 1954"/>
                <a:gd name="T30" fmla="*/ 1907 w 2098"/>
                <a:gd name="T31" fmla="*/ 605 h 1954"/>
                <a:gd name="T32" fmla="*/ 1900 w 2098"/>
                <a:gd name="T33" fmla="*/ 476 h 1954"/>
                <a:gd name="T34" fmla="*/ 1850 w 2098"/>
                <a:gd name="T35" fmla="*/ 354 h 1954"/>
                <a:gd name="T36" fmla="*/ 1780 w 2098"/>
                <a:gd name="T37" fmla="*/ 266 h 1954"/>
                <a:gd name="T38" fmla="*/ 1766 w 2098"/>
                <a:gd name="T39" fmla="*/ 205 h 1954"/>
                <a:gd name="T40" fmla="*/ 1794 w 2098"/>
                <a:gd name="T41" fmla="*/ 148 h 1954"/>
                <a:gd name="T42" fmla="*/ 1850 w 2098"/>
                <a:gd name="T43" fmla="*/ 122 h 1954"/>
                <a:gd name="T44" fmla="*/ 1911 w 2098"/>
                <a:gd name="T45" fmla="*/ 135 h 1954"/>
                <a:gd name="T46" fmla="*/ 1999 w 2098"/>
                <a:gd name="T47" fmla="*/ 234 h 1954"/>
                <a:gd name="T48" fmla="*/ 2070 w 2098"/>
                <a:gd name="T49" fmla="*/ 379 h 1954"/>
                <a:gd name="T50" fmla="*/ 2098 w 2098"/>
                <a:gd name="T51" fmla="*/ 536 h 1954"/>
                <a:gd name="T52" fmla="*/ 2084 w 2098"/>
                <a:gd name="T53" fmla="*/ 693 h 1954"/>
                <a:gd name="T54" fmla="*/ 2028 w 2098"/>
                <a:gd name="T55" fmla="*/ 843 h 1954"/>
                <a:gd name="T56" fmla="*/ 1928 w 2098"/>
                <a:gd name="T57" fmla="*/ 974 h 1954"/>
                <a:gd name="T58" fmla="*/ 1039 w 2098"/>
                <a:gd name="T59" fmla="*/ 1850 h 1954"/>
                <a:gd name="T60" fmla="*/ 903 w 2098"/>
                <a:gd name="T61" fmla="*/ 1920 h 1954"/>
                <a:gd name="T62" fmla="*/ 756 w 2098"/>
                <a:gd name="T63" fmla="*/ 1952 h 1954"/>
                <a:gd name="T64" fmla="*/ 607 w 2098"/>
                <a:gd name="T65" fmla="*/ 1944 h 1954"/>
                <a:gd name="T66" fmla="*/ 463 w 2098"/>
                <a:gd name="T67" fmla="*/ 1900 h 1954"/>
                <a:gd name="T68" fmla="*/ 333 w 2098"/>
                <a:gd name="T69" fmla="*/ 1819 h 1954"/>
                <a:gd name="T70" fmla="*/ 132 w 2098"/>
                <a:gd name="T71" fmla="*/ 1618 h 1954"/>
                <a:gd name="T72" fmla="*/ 44 w 2098"/>
                <a:gd name="T73" fmla="*/ 1472 h 1954"/>
                <a:gd name="T74" fmla="*/ 3 w 2098"/>
                <a:gd name="T75" fmla="*/ 1306 h 1954"/>
                <a:gd name="T76" fmla="*/ 11 w 2098"/>
                <a:gd name="T77" fmla="*/ 1133 h 1954"/>
                <a:gd name="T78" fmla="*/ 69 w 2098"/>
                <a:gd name="T79" fmla="*/ 973 h 1954"/>
                <a:gd name="T80" fmla="*/ 171 w 2098"/>
                <a:gd name="T81" fmla="*/ 835 h 1954"/>
                <a:gd name="T82" fmla="*/ 1016 w 2098"/>
                <a:gd name="T83" fmla="*/ 4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98" h="1954">
                  <a:moveTo>
                    <a:pt x="1057" y="0"/>
                  </a:moveTo>
                  <a:lnTo>
                    <a:pt x="1078" y="4"/>
                  </a:lnTo>
                  <a:lnTo>
                    <a:pt x="1097" y="13"/>
                  </a:lnTo>
                  <a:lnTo>
                    <a:pt x="1114" y="27"/>
                  </a:lnTo>
                  <a:lnTo>
                    <a:pt x="1128" y="44"/>
                  </a:lnTo>
                  <a:lnTo>
                    <a:pt x="1136" y="63"/>
                  </a:lnTo>
                  <a:lnTo>
                    <a:pt x="1142" y="83"/>
                  </a:lnTo>
                  <a:lnTo>
                    <a:pt x="1142" y="104"/>
                  </a:lnTo>
                  <a:lnTo>
                    <a:pt x="1136" y="125"/>
                  </a:lnTo>
                  <a:lnTo>
                    <a:pt x="1128" y="144"/>
                  </a:lnTo>
                  <a:lnTo>
                    <a:pt x="1114" y="161"/>
                  </a:lnTo>
                  <a:lnTo>
                    <a:pt x="306" y="969"/>
                  </a:lnTo>
                  <a:lnTo>
                    <a:pt x="275" y="1003"/>
                  </a:lnTo>
                  <a:lnTo>
                    <a:pt x="249" y="1040"/>
                  </a:lnTo>
                  <a:lnTo>
                    <a:pt x="228" y="1079"/>
                  </a:lnTo>
                  <a:lnTo>
                    <a:pt x="211" y="1120"/>
                  </a:lnTo>
                  <a:lnTo>
                    <a:pt x="200" y="1162"/>
                  </a:lnTo>
                  <a:lnTo>
                    <a:pt x="193" y="1205"/>
                  </a:lnTo>
                  <a:lnTo>
                    <a:pt x="191" y="1248"/>
                  </a:lnTo>
                  <a:lnTo>
                    <a:pt x="193" y="1292"/>
                  </a:lnTo>
                  <a:lnTo>
                    <a:pt x="200" y="1334"/>
                  </a:lnTo>
                  <a:lnTo>
                    <a:pt x="211" y="1376"/>
                  </a:lnTo>
                  <a:lnTo>
                    <a:pt x="228" y="1416"/>
                  </a:lnTo>
                  <a:lnTo>
                    <a:pt x="249" y="1455"/>
                  </a:lnTo>
                  <a:lnTo>
                    <a:pt x="275" y="1492"/>
                  </a:lnTo>
                  <a:lnTo>
                    <a:pt x="306" y="1527"/>
                  </a:lnTo>
                  <a:lnTo>
                    <a:pt x="428" y="1649"/>
                  </a:lnTo>
                  <a:lnTo>
                    <a:pt x="462" y="1679"/>
                  </a:lnTo>
                  <a:lnTo>
                    <a:pt x="499" y="1705"/>
                  </a:lnTo>
                  <a:lnTo>
                    <a:pt x="538" y="1726"/>
                  </a:lnTo>
                  <a:lnTo>
                    <a:pt x="578" y="1743"/>
                  </a:lnTo>
                  <a:lnTo>
                    <a:pt x="620" y="1754"/>
                  </a:lnTo>
                  <a:lnTo>
                    <a:pt x="664" y="1761"/>
                  </a:lnTo>
                  <a:lnTo>
                    <a:pt x="707" y="1764"/>
                  </a:lnTo>
                  <a:lnTo>
                    <a:pt x="750" y="1761"/>
                  </a:lnTo>
                  <a:lnTo>
                    <a:pt x="792" y="1754"/>
                  </a:lnTo>
                  <a:lnTo>
                    <a:pt x="835" y="1743"/>
                  </a:lnTo>
                  <a:lnTo>
                    <a:pt x="875" y="1726"/>
                  </a:lnTo>
                  <a:lnTo>
                    <a:pt x="914" y="1705"/>
                  </a:lnTo>
                  <a:lnTo>
                    <a:pt x="951" y="1679"/>
                  </a:lnTo>
                  <a:lnTo>
                    <a:pt x="985" y="1649"/>
                  </a:lnTo>
                  <a:lnTo>
                    <a:pt x="1794" y="840"/>
                  </a:lnTo>
                  <a:lnTo>
                    <a:pt x="1825" y="806"/>
                  </a:lnTo>
                  <a:lnTo>
                    <a:pt x="1850" y="769"/>
                  </a:lnTo>
                  <a:lnTo>
                    <a:pt x="1871" y="730"/>
                  </a:lnTo>
                  <a:lnTo>
                    <a:pt x="1888" y="689"/>
                  </a:lnTo>
                  <a:lnTo>
                    <a:pt x="1900" y="648"/>
                  </a:lnTo>
                  <a:lnTo>
                    <a:pt x="1907" y="605"/>
                  </a:lnTo>
                  <a:lnTo>
                    <a:pt x="1909" y="561"/>
                  </a:lnTo>
                  <a:lnTo>
                    <a:pt x="1907" y="518"/>
                  </a:lnTo>
                  <a:lnTo>
                    <a:pt x="1900" y="476"/>
                  </a:lnTo>
                  <a:lnTo>
                    <a:pt x="1888" y="434"/>
                  </a:lnTo>
                  <a:lnTo>
                    <a:pt x="1871" y="393"/>
                  </a:lnTo>
                  <a:lnTo>
                    <a:pt x="1850" y="354"/>
                  </a:lnTo>
                  <a:lnTo>
                    <a:pt x="1825" y="317"/>
                  </a:lnTo>
                  <a:lnTo>
                    <a:pt x="1794" y="282"/>
                  </a:lnTo>
                  <a:lnTo>
                    <a:pt x="1780" y="266"/>
                  </a:lnTo>
                  <a:lnTo>
                    <a:pt x="1771" y="246"/>
                  </a:lnTo>
                  <a:lnTo>
                    <a:pt x="1766" y="226"/>
                  </a:lnTo>
                  <a:lnTo>
                    <a:pt x="1766" y="205"/>
                  </a:lnTo>
                  <a:lnTo>
                    <a:pt x="1771" y="184"/>
                  </a:lnTo>
                  <a:lnTo>
                    <a:pt x="1780" y="166"/>
                  </a:lnTo>
                  <a:lnTo>
                    <a:pt x="1794" y="148"/>
                  </a:lnTo>
                  <a:lnTo>
                    <a:pt x="1811" y="135"/>
                  </a:lnTo>
                  <a:lnTo>
                    <a:pt x="1830" y="126"/>
                  </a:lnTo>
                  <a:lnTo>
                    <a:pt x="1850" y="122"/>
                  </a:lnTo>
                  <a:lnTo>
                    <a:pt x="1871" y="122"/>
                  </a:lnTo>
                  <a:lnTo>
                    <a:pt x="1892" y="126"/>
                  </a:lnTo>
                  <a:lnTo>
                    <a:pt x="1911" y="135"/>
                  </a:lnTo>
                  <a:lnTo>
                    <a:pt x="1928" y="148"/>
                  </a:lnTo>
                  <a:lnTo>
                    <a:pt x="1966" y="191"/>
                  </a:lnTo>
                  <a:lnTo>
                    <a:pt x="1999" y="234"/>
                  </a:lnTo>
                  <a:lnTo>
                    <a:pt x="2028" y="281"/>
                  </a:lnTo>
                  <a:lnTo>
                    <a:pt x="2050" y="330"/>
                  </a:lnTo>
                  <a:lnTo>
                    <a:pt x="2070" y="379"/>
                  </a:lnTo>
                  <a:lnTo>
                    <a:pt x="2084" y="431"/>
                  </a:lnTo>
                  <a:lnTo>
                    <a:pt x="2094" y="482"/>
                  </a:lnTo>
                  <a:lnTo>
                    <a:pt x="2098" y="536"/>
                  </a:lnTo>
                  <a:lnTo>
                    <a:pt x="2098" y="588"/>
                  </a:lnTo>
                  <a:lnTo>
                    <a:pt x="2094" y="641"/>
                  </a:lnTo>
                  <a:lnTo>
                    <a:pt x="2084" y="693"/>
                  </a:lnTo>
                  <a:lnTo>
                    <a:pt x="2070" y="744"/>
                  </a:lnTo>
                  <a:lnTo>
                    <a:pt x="2050" y="794"/>
                  </a:lnTo>
                  <a:lnTo>
                    <a:pt x="2028" y="843"/>
                  </a:lnTo>
                  <a:lnTo>
                    <a:pt x="1999" y="889"/>
                  </a:lnTo>
                  <a:lnTo>
                    <a:pt x="1966" y="933"/>
                  </a:lnTo>
                  <a:lnTo>
                    <a:pt x="1928" y="974"/>
                  </a:lnTo>
                  <a:lnTo>
                    <a:pt x="1120" y="1783"/>
                  </a:lnTo>
                  <a:lnTo>
                    <a:pt x="1081" y="1819"/>
                  </a:lnTo>
                  <a:lnTo>
                    <a:pt x="1039" y="1850"/>
                  </a:lnTo>
                  <a:lnTo>
                    <a:pt x="995" y="1878"/>
                  </a:lnTo>
                  <a:lnTo>
                    <a:pt x="950" y="1900"/>
                  </a:lnTo>
                  <a:lnTo>
                    <a:pt x="903" y="1920"/>
                  </a:lnTo>
                  <a:lnTo>
                    <a:pt x="855" y="1934"/>
                  </a:lnTo>
                  <a:lnTo>
                    <a:pt x="806" y="1944"/>
                  </a:lnTo>
                  <a:lnTo>
                    <a:pt x="756" y="1952"/>
                  </a:lnTo>
                  <a:lnTo>
                    <a:pt x="707" y="1954"/>
                  </a:lnTo>
                  <a:lnTo>
                    <a:pt x="656" y="1952"/>
                  </a:lnTo>
                  <a:lnTo>
                    <a:pt x="607" y="1944"/>
                  </a:lnTo>
                  <a:lnTo>
                    <a:pt x="558" y="1934"/>
                  </a:lnTo>
                  <a:lnTo>
                    <a:pt x="510" y="1920"/>
                  </a:lnTo>
                  <a:lnTo>
                    <a:pt x="463" y="1900"/>
                  </a:lnTo>
                  <a:lnTo>
                    <a:pt x="417" y="1878"/>
                  </a:lnTo>
                  <a:lnTo>
                    <a:pt x="374" y="1850"/>
                  </a:lnTo>
                  <a:lnTo>
                    <a:pt x="333" y="1819"/>
                  </a:lnTo>
                  <a:lnTo>
                    <a:pt x="293" y="1783"/>
                  </a:lnTo>
                  <a:lnTo>
                    <a:pt x="171" y="1661"/>
                  </a:lnTo>
                  <a:lnTo>
                    <a:pt x="132" y="1618"/>
                  </a:lnTo>
                  <a:lnTo>
                    <a:pt x="98" y="1572"/>
                  </a:lnTo>
                  <a:lnTo>
                    <a:pt x="68" y="1523"/>
                  </a:lnTo>
                  <a:lnTo>
                    <a:pt x="44" y="1472"/>
                  </a:lnTo>
                  <a:lnTo>
                    <a:pt x="25" y="1418"/>
                  </a:lnTo>
                  <a:lnTo>
                    <a:pt x="11" y="1363"/>
                  </a:lnTo>
                  <a:lnTo>
                    <a:pt x="3" y="1306"/>
                  </a:lnTo>
                  <a:lnTo>
                    <a:pt x="0" y="1248"/>
                  </a:lnTo>
                  <a:lnTo>
                    <a:pt x="3" y="1190"/>
                  </a:lnTo>
                  <a:lnTo>
                    <a:pt x="11" y="1133"/>
                  </a:lnTo>
                  <a:lnTo>
                    <a:pt x="25" y="1077"/>
                  </a:lnTo>
                  <a:lnTo>
                    <a:pt x="44" y="1025"/>
                  </a:lnTo>
                  <a:lnTo>
                    <a:pt x="69" y="973"/>
                  </a:lnTo>
                  <a:lnTo>
                    <a:pt x="98" y="924"/>
                  </a:lnTo>
                  <a:lnTo>
                    <a:pt x="133" y="878"/>
                  </a:lnTo>
                  <a:lnTo>
                    <a:pt x="171" y="835"/>
                  </a:lnTo>
                  <a:lnTo>
                    <a:pt x="980" y="27"/>
                  </a:lnTo>
                  <a:lnTo>
                    <a:pt x="997" y="13"/>
                  </a:lnTo>
                  <a:lnTo>
                    <a:pt x="1016" y="4"/>
                  </a:lnTo>
                  <a:lnTo>
                    <a:pt x="1036" y="0"/>
                  </a:lnTo>
                  <a:lnTo>
                    <a:pt x="10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26" name="Freeform 190"/>
            <p:cNvSpPr/>
            <p:nvPr/>
          </p:nvSpPr>
          <p:spPr bwMode="auto">
            <a:xfrm>
              <a:off x="3686175" y="3486150"/>
              <a:ext cx="331788" cy="311150"/>
            </a:xfrm>
            <a:custGeom>
              <a:avLst/>
              <a:gdLst>
                <a:gd name="T0" fmla="*/ 1470 w 2098"/>
                <a:gd name="T1" fmla="*/ 5 h 1954"/>
                <a:gd name="T2" fmla="*/ 1624 w 2098"/>
                <a:gd name="T3" fmla="*/ 47 h 1954"/>
                <a:gd name="T4" fmla="*/ 1763 w 2098"/>
                <a:gd name="T5" fmla="*/ 133 h 1954"/>
                <a:gd name="T6" fmla="*/ 1966 w 2098"/>
                <a:gd name="T7" fmla="*/ 335 h 1954"/>
                <a:gd name="T8" fmla="*/ 2054 w 2098"/>
                <a:gd name="T9" fmla="*/ 481 h 1954"/>
                <a:gd name="T10" fmla="*/ 2095 w 2098"/>
                <a:gd name="T11" fmla="*/ 647 h 1954"/>
                <a:gd name="T12" fmla="*/ 2086 w 2098"/>
                <a:gd name="T13" fmla="*/ 820 h 1954"/>
                <a:gd name="T14" fmla="*/ 2029 w 2098"/>
                <a:gd name="T15" fmla="*/ 981 h 1954"/>
                <a:gd name="T16" fmla="*/ 1926 w 2098"/>
                <a:gd name="T17" fmla="*/ 1119 h 1954"/>
                <a:gd name="T18" fmla="*/ 1086 w 2098"/>
                <a:gd name="T19" fmla="*/ 1948 h 1954"/>
                <a:gd name="T20" fmla="*/ 1032 w 2098"/>
                <a:gd name="T21" fmla="*/ 1953 h 1954"/>
                <a:gd name="T22" fmla="*/ 984 w 2098"/>
                <a:gd name="T23" fmla="*/ 1926 h 1954"/>
                <a:gd name="T24" fmla="*/ 956 w 2098"/>
                <a:gd name="T25" fmla="*/ 1869 h 1954"/>
                <a:gd name="T26" fmla="*/ 971 w 2098"/>
                <a:gd name="T27" fmla="*/ 1809 h 1954"/>
                <a:gd name="T28" fmla="*/ 1823 w 2098"/>
                <a:gd name="T29" fmla="*/ 950 h 1954"/>
                <a:gd name="T30" fmla="*/ 1887 w 2098"/>
                <a:gd name="T31" fmla="*/ 833 h 1954"/>
                <a:gd name="T32" fmla="*/ 1907 w 2098"/>
                <a:gd name="T33" fmla="*/ 705 h 1954"/>
                <a:gd name="T34" fmla="*/ 1887 w 2098"/>
                <a:gd name="T35" fmla="*/ 577 h 1954"/>
                <a:gd name="T36" fmla="*/ 1823 w 2098"/>
                <a:gd name="T37" fmla="*/ 460 h 1954"/>
                <a:gd name="T38" fmla="*/ 1636 w 2098"/>
                <a:gd name="T39" fmla="*/ 274 h 1954"/>
                <a:gd name="T40" fmla="*/ 1520 w 2098"/>
                <a:gd name="T41" fmla="*/ 210 h 1954"/>
                <a:gd name="T42" fmla="*/ 1392 w 2098"/>
                <a:gd name="T43" fmla="*/ 190 h 1954"/>
                <a:gd name="T44" fmla="*/ 1263 w 2098"/>
                <a:gd name="T45" fmla="*/ 210 h 1954"/>
                <a:gd name="T46" fmla="*/ 1147 w 2098"/>
                <a:gd name="T47" fmla="*/ 274 h 1954"/>
                <a:gd name="T48" fmla="*/ 274 w 2098"/>
                <a:gd name="T49" fmla="*/ 1147 h 1954"/>
                <a:gd name="T50" fmla="*/ 210 w 2098"/>
                <a:gd name="T51" fmla="*/ 1264 h 1954"/>
                <a:gd name="T52" fmla="*/ 189 w 2098"/>
                <a:gd name="T53" fmla="*/ 1391 h 1954"/>
                <a:gd name="T54" fmla="*/ 210 w 2098"/>
                <a:gd name="T55" fmla="*/ 1519 h 1954"/>
                <a:gd name="T56" fmla="*/ 274 w 2098"/>
                <a:gd name="T57" fmla="*/ 1636 h 1954"/>
                <a:gd name="T58" fmla="*/ 327 w 2098"/>
                <a:gd name="T59" fmla="*/ 1707 h 1954"/>
                <a:gd name="T60" fmla="*/ 327 w 2098"/>
                <a:gd name="T61" fmla="*/ 1768 h 1954"/>
                <a:gd name="T62" fmla="*/ 288 w 2098"/>
                <a:gd name="T63" fmla="*/ 1818 h 1954"/>
                <a:gd name="T64" fmla="*/ 227 w 2098"/>
                <a:gd name="T65" fmla="*/ 1832 h 1954"/>
                <a:gd name="T66" fmla="*/ 170 w 2098"/>
                <a:gd name="T67" fmla="*/ 1804 h 1954"/>
                <a:gd name="T68" fmla="*/ 71 w 2098"/>
                <a:gd name="T69" fmla="*/ 1673 h 1954"/>
                <a:gd name="T70" fmla="*/ 15 w 2098"/>
                <a:gd name="T71" fmla="*/ 1522 h 1954"/>
                <a:gd name="T72" fmla="*/ 0 w 2098"/>
                <a:gd name="T73" fmla="*/ 1365 h 1954"/>
                <a:gd name="T74" fmla="*/ 28 w 2098"/>
                <a:gd name="T75" fmla="*/ 1209 h 1954"/>
                <a:gd name="T76" fmla="*/ 99 w 2098"/>
                <a:gd name="T77" fmla="*/ 1064 h 1954"/>
                <a:gd name="T78" fmla="*/ 978 w 2098"/>
                <a:gd name="T79" fmla="*/ 170 h 1954"/>
                <a:gd name="T80" fmla="*/ 1111 w 2098"/>
                <a:gd name="T81" fmla="*/ 71 h 1954"/>
                <a:gd name="T82" fmla="*/ 1260 w 2098"/>
                <a:gd name="T83" fmla="*/ 15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98" h="1954">
                  <a:moveTo>
                    <a:pt x="1365" y="0"/>
                  </a:moveTo>
                  <a:lnTo>
                    <a:pt x="1418" y="0"/>
                  </a:lnTo>
                  <a:lnTo>
                    <a:pt x="1470" y="5"/>
                  </a:lnTo>
                  <a:lnTo>
                    <a:pt x="1523" y="15"/>
                  </a:lnTo>
                  <a:lnTo>
                    <a:pt x="1574" y="29"/>
                  </a:lnTo>
                  <a:lnTo>
                    <a:pt x="1624" y="47"/>
                  </a:lnTo>
                  <a:lnTo>
                    <a:pt x="1672" y="71"/>
                  </a:lnTo>
                  <a:lnTo>
                    <a:pt x="1719" y="100"/>
                  </a:lnTo>
                  <a:lnTo>
                    <a:pt x="1763" y="133"/>
                  </a:lnTo>
                  <a:lnTo>
                    <a:pt x="1805" y="170"/>
                  </a:lnTo>
                  <a:lnTo>
                    <a:pt x="1927" y="292"/>
                  </a:lnTo>
                  <a:lnTo>
                    <a:pt x="1966" y="335"/>
                  </a:lnTo>
                  <a:lnTo>
                    <a:pt x="2000" y="381"/>
                  </a:lnTo>
                  <a:lnTo>
                    <a:pt x="2029" y="430"/>
                  </a:lnTo>
                  <a:lnTo>
                    <a:pt x="2054" y="481"/>
                  </a:lnTo>
                  <a:lnTo>
                    <a:pt x="2072" y="535"/>
                  </a:lnTo>
                  <a:lnTo>
                    <a:pt x="2086" y="590"/>
                  </a:lnTo>
                  <a:lnTo>
                    <a:pt x="2095" y="647"/>
                  </a:lnTo>
                  <a:lnTo>
                    <a:pt x="2098" y="705"/>
                  </a:lnTo>
                  <a:lnTo>
                    <a:pt x="2095" y="763"/>
                  </a:lnTo>
                  <a:lnTo>
                    <a:pt x="2086" y="820"/>
                  </a:lnTo>
                  <a:lnTo>
                    <a:pt x="2072" y="875"/>
                  </a:lnTo>
                  <a:lnTo>
                    <a:pt x="2052" y="929"/>
                  </a:lnTo>
                  <a:lnTo>
                    <a:pt x="2029" y="981"/>
                  </a:lnTo>
                  <a:lnTo>
                    <a:pt x="1999" y="1029"/>
                  </a:lnTo>
                  <a:lnTo>
                    <a:pt x="1965" y="1075"/>
                  </a:lnTo>
                  <a:lnTo>
                    <a:pt x="1926" y="1119"/>
                  </a:lnTo>
                  <a:lnTo>
                    <a:pt x="1118" y="1926"/>
                  </a:lnTo>
                  <a:lnTo>
                    <a:pt x="1103" y="1938"/>
                  </a:lnTo>
                  <a:lnTo>
                    <a:pt x="1086" y="1948"/>
                  </a:lnTo>
                  <a:lnTo>
                    <a:pt x="1069" y="1953"/>
                  </a:lnTo>
                  <a:lnTo>
                    <a:pt x="1051" y="1954"/>
                  </a:lnTo>
                  <a:lnTo>
                    <a:pt x="1032" y="1953"/>
                  </a:lnTo>
                  <a:lnTo>
                    <a:pt x="1015" y="1947"/>
                  </a:lnTo>
                  <a:lnTo>
                    <a:pt x="998" y="1938"/>
                  </a:lnTo>
                  <a:lnTo>
                    <a:pt x="984" y="1926"/>
                  </a:lnTo>
                  <a:lnTo>
                    <a:pt x="971" y="1908"/>
                  </a:lnTo>
                  <a:lnTo>
                    <a:pt x="961" y="1890"/>
                  </a:lnTo>
                  <a:lnTo>
                    <a:pt x="956" y="1869"/>
                  </a:lnTo>
                  <a:lnTo>
                    <a:pt x="956" y="1849"/>
                  </a:lnTo>
                  <a:lnTo>
                    <a:pt x="961" y="1828"/>
                  </a:lnTo>
                  <a:lnTo>
                    <a:pt x="971" y="1809"/>
                  </a:lnTo>
                  <a:lnTo>
                    <a:pt x="984" y="1792"/>
                  </a:lnTo>
                  <a:lnTo>
                    <a:pt x="1792" y="984"/>
                  </a:lnTo>
                  <a:lnTo>
                    <a:pt x="1823" y="950"/>
                  </a:lnTo>
                  <a:lnTo>
                    <a:pt x="1848" y="913"/>
                  </a:lnTo>
                  <a:lnTo>
                    <a:pt x="1870" y="873"/>
                  </a:lnTo>
                  <a:lnTo>
                    <a:pt x="1887" y="833"/>
                  </a:lnTo>
                  <a:lnTo>
                    <a:pt x="1898" y="791"/>
                  </a:lnTo>
                  <a:lnTo>
                    <a:pt x="1905" y="748"/>
                  </a:lnTo>
                  <a:lnTo>
                    <a:pt x="1907" y="705"/>
                  </a:lnTo>
                  <a:lnTo>
                    <a:pt x="1905" y="662"/>
                  </a:lnTo>
                  <a:lnTo>
                    <a:pt x="1898" y="619"/>
                  </a:lnTo>
                  <a:lnTo>
                    <a:pt x="1887" y="577"/>
                  </a:lnTo>
                  <a:lnTo>
                    <a:pt x="1870" y="537"/>
                  </a:lnTo>
                  <a:lnTo>
                    <a:pt x="1848" y="498"/>
                  </a:lnTo>
                  <a:lnTo>
                    <a:pt x="1823" y="460"/>
                  </a:lnTo>
                  <a:lnTo>
                    <a:pt x="1792" y="426"/>
                  </a:lnTo>
                  <a:lnTo>
                    <a:pt x="1670" y="305"/>
                  </a:lnTo>
                  <a:lnTo>
                    <a:pt x="1636" y="274"/>
                  </a:lnTo>
                  <a:lnTo>
                    <a:pt x="1599" y="248"/>
                  </a:lnTo>
                  <a:lnTo>
                    <a:pt x="1560" y="227"/>
                  </a:lnTo>
                  <a:lnTo>
                    <a:pt x="1520" y="210"/>
                  </a:lnTo>
                  <a:lnTo>
                    <a:pt x="1478" y="199"/>
                  </a:lnTo>
                  <a:lnTo>
                    <a:pt x="1435" y="192"/>
                  </a:lnTo>
                  <a:lnTo>
                    <a:pt x="1392" y="190"/>
                  </a:lnTo>
                  <a:lnTo>
                    <a:pt x="1349" y="192"/>
                  </a:lnTo>
                  <a:lnTo>
                    <a:pt x="1306" y="199"/>
                  </a:lnTo>
                  <a:lnTo>
                    <a:pt x="1263" y="210"/>
                  </a:lnTo>
                  <a:lnTo>
                    <a:pt x="1223" y="227"/>
                  </a:lnTo>
                  <a:lnTo>
                    <a:pt x="1184" y="248"/>
                  </a:lnTo>
                  <a:lnTo>
                    <a:pt x="1147" y="274"/>
                  </a:lnTo>
                  <a:lnTo>
                    <a:pt x="1113" y="305"/>
                  </a:lnTo>
                  <a:lnTo>
                    <a:pt x="304" y="1112"/>
                  </a:lnTo>
                  <a:lnTo>
                    <a:pt x="274" y="1147"/>
                  </a:lnTo>
                  <a:lnTo>
                    <a:pt x="247" y="1183"/>
                  </a:lnTo>
                  <a:lnTo>
                    <a:pt x="227" y="1223"/>
                  </a:lnTo>
                  <a:lnTo>
                    <a:pt x="210" y="1264"/>
                  </a:lnTo>
                  <a:lnTo>
                    <a:pt x="198" y="1305"/>
                  </a:lnTo>
                  <a:lnTo>
                    <a:pt x="192" y="1348"/>
                  </a:lnTo>
                  <a:lnTo>
                    <a:pt x="189" y="1391"/>
                  </a:lnTo>
                  <a:lnTo>
                    <a:pt x="192" y="1435"/>
                  </a:lnTo>
                  <a:lnTo>
                    <a:pt x="198" y="1477"/>
                  </a:lnTo>
                  <a:lnTo>
                    <a:pt x="210" y="1519"/>
                  </a:lnTo>
                  <a:lnTo>
                    <a:pt x="227" y="1560"/>
                  </a:lnTo>
                  <a:lnTo>
                    <a:pt x="247" y="1600"/>
                  </a:lnTo>
                  <a:lnTo>
                    <a:pt x="274" y="1636"/>
                  </a:lnTo>
                  <a:lnTo>
                    <a:pt x="304" y="1671"/>
                  </a:lnTo>
                  <a:lnTo>
                    <a:pt x="318" y="1687"/>
                  </a:lnTo>
                  <a:lnTo>
                    <a:pt x="327" y="1707"/>
                  </a:lnTo>
                  <a:lnTo>
                    <a:pt x="332" y="1727"/>
                  </a:lnTo>
                  <a:lnTo>
                    <a:pt x="332" y="1748"/>
                  </a:lnTo>
                  <a:lnTo>
                    <a:pt x="327" y="1768"/>
                  </a:lnTo>
                  <a:lnTo>
                    <a:pt x="318" y="1787"/>
                  </a:lnTo>
                  <a:lnTo>
                    <a:pt x="304" y="1804"/>
                  </a:lnTo>
                  <a:lnTo>
                    <a:pt x="288" y="1818"/>
                  </a:lnTo>
                  <a:lnTo>
                    <a:pt x="268" y="1827"/>
                  </a:lnTo>
                  <a:lnTo>
                    <a:pt x="247" y="1832"/>
                  </a:lnTo>
                  <a:lnTo>
                    <a:pt x="227" y="1832"/>
                  </a:lnTo>
                  <a:lnTo>
                    <a:pt x="206" y="1827"/>
                  </a:lnTo>
                  <a:lnTo>
                    <a:pt x="188" y="1818"/>
                  </a:lnTo>
                  <a:lnTo>
                    <a:pt x="170" y="1804"/>
                  </a:lnTo>
                  <a:lnTo>
                    <a:pt x="132" y="1763"/>
                  </a:lnTo>
                  <a:lnTo>
                    <a:pt x="99" y="1719"/>
                  </a:lnTo>
                  <a:lnTo>
                    <a:pt x="71" y="1673"/>
                  </a:lnTo>
                  <a:lnTo>
                    <a:pt x="48" y="1624"/>
                  </a:lnTo>
                  <a:lnTo>
                    <a:pt x="28" y="1574"/>
                  </a:lnTo>
                  <a:lnTo>
                    <a:pt x="15" y="1522"/>
                  </a:lnTo>
                  <a:lnTo>
                    <a:pt x="4" y="1471"/>
                  </a:lnTo>
                  <a:lnTo>
                    <a:pt x="0" y="1418"/>
                  </a:lnTo>
                  <a:lnTo>
                    <a:pt x="0" y="1365"/>
                  </a:lnTo>
                  <a:lnTo>
                    <a:pt x="4" y="1312"/>
                  </a:lnTo>
                  <a:lnTo>
                    <a:pt x="15" y="1261"/>
                  </a:lnTo>
                  <a:lnTo>
                    <a:pt x="28" y="1209"/>
                  </a:lnTo>
                  <a:lnTo>
                    <a:pt x="48" y="1159"/>
                  </a:lnTo>
                  <a:lnTo>
                    <a:pt x="71" y="1110"/>
                  </a:lnTo>
                  <a:lnTo>
                    <a:pt x="99" y="1064"/>
                  </a:lnTo>
                  <a:lnTo>
                    <a:pt x="132" y="1020"/>
                  </a:lnTo>
                  <a:lnTo>
                    <a:pt x="170" y="978"/>
                  </a:lnTo>
                  <a:lnTo>
                    <a:pt x="978" y="170"/>
                  </a:lnTo>
                  <a:lnTo>
                    <a:pt x="1020" y="133"/>
                  </a:lnTo>
                  <a:lnTo>
                    <a:pt x="1064" y="100"/>
                  </a:lnTo>
                  <a:lnTo>
                    <a:pt x="1111" y="71"/>
                  </a:lnTo>
                  <a:lnTo>
                    <a:pt x="1159" y="47"/>
                  </a:lnTo>
                  <a:lnTo>
                    <a:pt x="1210" y="29"/>
                  </a:lnTo>
                  <a:lnTo>
                    <a:pt x="1260" y="15"/>
                  </a:lnTo>
                  <a:lnTo>
                    <a:pt x="1313" y="5"/>
                  </a:lnTo>
                  <a:lnTo>
                    <a:pt x="13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27" name="Freeform 201"/>
          <p:cNvSpPr>
            <a:spLocks noEditPoints="1"/>
          </p:cNvSpPr>
          <p:nvPr/>
        </p:nvSpPr>
        <p:spPr bwMode="auto">
          <a:xfrm>
            <a:off x="2663535" y="1196943"/>
            <a:ext cx="271991" cy="271991"/>
          </a:xfrm>
          <a:custGeom>
            <a:avLst/>
            <a:gdLst>
              <a:gd name="T0" fmla="*/ 1217 w 3484"/>
              <a:gd name="T1" fmla="*/ 237 h 3486"/>
              <a:gd name="T2" fmla="*/ 891 w 3484"/>
              <a:gd name="T3" fmla="*/ 355 h 3486"/>
              <a:gd name="T4" fmla="*/ 613 w 3484"/>
              <a:gd name="T5" fmla="*/ 553 h 3486"/>
              <a:gd name="T6" fmla="*/ 397 w 3484"/>
              <a:gd name="T7" fmla="*/ 817 h 3486"/>
              <a:gd name="T8" fmla="*/ 258 w 3484"/>
              <a:gd name="T9" fmla="*/ 1133 h 3486"/>
              <a:gd name="T10" fmla="*/ 208 w 3484"/>
              <a:gd name="T11" fmla="*/ 1486 h 3486"/>
              <a:gd name="T12" fmla="*/ 258 w 3484"/>
              <a:gd name="T13" fmla="*/ 1840 h 3486"/>
              <a:gd name="T14" fmla="*/ 397 w 3484"/>
              <a:gd name="T15" fmla="*/ 2156 h 3486"/>
              <a:gd name="T16" fmla="*/ 613 w 3484"/>
              <a:gd name="T17" fmla="*/ 2420 h 3486"/>
              <a:gd name="T18" fmla="*/ 891 w 3484"/>
              <a:gd name="T19" fmla="*/ 2618 h 3486"/>
              <a:gd name="T20" fmla="*/ 1217 w 3484"/>
              <a:gd name="T21" fmla="*/ 2737 h 3486"/>
              <a:gd name="T22" fmla="*/ 1576 w 3484"/>
              <a:gd name="T23" fmla="*/ 2761 h 3486"/>
              <a:gd name="T24" fmla="*/ 1922 w 3484"/>
              <a:gd name="T25" fmla="*/ 2688 h 3486"/>
              <a:gd name="T26" fmla="*/ 2226 w 3484"/>
              <a:gd name="T27" fmla="*/ 2528 h 3486"/>
              <a:gd name="T28" fmla="*/ 2474 w 3484"/>
              <a:gd name="T29" fmla="*/ 2295 h 3486"/>
              <a:gd name="T30" fmla="*/ 2654 w 3484"/>
              <a:gd name="T31" fmla="*/ 2004 h 3486"/>
              <a:gd name="T32" fmla="*/ 2750 w 3484"/>
              <a:gd name="T33" fmla="*/ 1666 h 3486"/>
              <a:gd name="T34" fmla="*/ 2750 w 3484"/>
              <a:gd name="T35" fmla="*/ 1306 h 3486"/>
              <a:gd name="T36" fmla="*/ 2654 w 3484"/>
              <a:gd name="T37" fmla="*/ 970 h 3486"/>
              <a:gd name="T38" fmla="*/ 2474 w 3484"/>
              <a:gd name="T39" fmla="*/ 679 h 3486"/>
              <a:gd name="T40" fmla="*/ 2226 w 3484"/>
              <a:gd name="T41" fmla="*/ 445 h 3486"/>
              <a:gd name="T42" fmla="*/ 1922 w 3484"/>
              <a:gd name="T43" fmla="*/ 285 h 3486"/>
              <a:gd name="T44" fmla="*/ 1576 w 3484"/>
              <a:gd name="T45" fmla="*/ 212 h 3486"/>
              <a:gd name="T46" fmla="*/ 1679 w 3484"/>
              <a:gd name="T47" fmla="*/ 13 h 3486"/>
              <a:gd name="T48" fmla="*/ 2042 w 3484"/>
              <a:gd name="T49" fmla="*/ 108 h 3486"/>
              <a:gd name="T50" fmla="*/ 2364 w 3484"/>
              <a:gd name="T51" fmla="*/ 287 h 3486"/>
              <a:gd name="T52" fmla="*/ 2628 w 3484"/>
              <a:gd name="T53" fmla="*/ 536 h 3486"/>
              <a:gd name="T54" fmla="*/ 2827 w 3484"/>
              <a:gd name="T55" fmla="*/ 845 h 3486"/>
              <a:gd name="T56" fmla="*/ 2944 w 3484"/>
              <a:gd name="T57" fmla="*/ 1199 h 3486"/>
              <a:gd name="T58" fmla="*/ 2969 w 3484"/>
              <a:gd name="T59" fmla="*/ 1587 h 3486"/>
              <a:gd name="T60" fmla="*/ 2891 w 3484"/>
              <a:gd name="T61" fmla="*/ 1971 h 3486"/>
              <a:gd name="T62" fmla="*/ 2722 w 3484"/>
              <a:gd name="T63" fmla="*/ 2311 h 3486"/>
              <a:gd name="T64" fmla="*/ 3469 w 3484"/>
              <a:gd name="T65" fmla="*/ 3327 h 3486"/>
              <a:gd name="T66" fmla="*/ 3480 w 3484"/>
              <a:gd name="T67" fmla="*/ 3415 h 3486"/>
              <a:gd name="T68" fmla="*/ 3420 w 3484"/>
              <a:gd name="T69" fmla="*/ 3479 h 3486"/>
              <a:gd name="T70" fmla="*/ 3342 w 3484"/>
              <a:gd name="T71" fmla="*/ 3478 h 3486"/>
              <a:gd name="T72" fmla="*/ 2388 w 3484"/>
              <a:gd name="T73" fmla="*/ 2668 h 3486"/>
              <a:gd name="T74" fmla="*/ 2059 w 3484"/>
              <a:gd name="T75" fmla="*/ 2858 h 3486"/>
              <a:gd name="T76" fmla="*/ 1685 w 3484"/>
              <a:gd name="T77" fmla="*/ 2960 h 3486"/>
              <a:gd name="T78" fmla="*/ 1292 w 3484"/>
              <a:gd name="T79" fmla="*/ 2961 h 3486"/>
              <a:gd name="T80" fmla="*/ 930 w 3484"/>
              <a:gd name="T81" fmla="*/ 2865 h 3486"/>
              <a:gd name="T82" fmla="*/ 608 w 3484"/>
              <a:gd name="T83" fmla="*/ 2686 h 3486"/>
              <a:gd name="T84" fmla="*/ 343 w 3484"/>
              <a:gd name="T85" fmla="*/ 2436 h 3486"/>
              <a:gd name="T86" fmla="*/ 145 w 3484"/>
              <a:gd name="T87" fmla="*/ 2128 h 3486"/>
              <a:gd name="T88" fmla="*/ 28 w 3484"/>
              <a:gd name="T89" fmla="*/ 1774 h 3486"/>
              <a:gd name="T90" fmla="*/ 3 w 3484"/>
              <a:gd name="T91" fmla="*/ 1389 h 3486"/>
              <a:gd name="T92" fmla="*/ 75 w 3484"/>
              <a:gd name="T93" fmla="*/ 1018 h 3486"/>
              <a:gd name="T94" fmla="*/ 234 w 3484"/>
              <a:gd name="T95" fmla="*/ 685 h 3486"/>
              <a:gd name="T96" fmla="*/ 468 w 3484"/>
              <a:gd name="T97" fmla="*/ 404 h 3486"/>
              <a:gd name="T98" fmla="*/ 763 w 3484"/>
              <a:gd name="T99" fmla="*/ 188 h 3486"/>
              <a:gd name="T100" fmla="*/ 1107 w 3484"/>
              <a:gd name="T101" fmla="*/ 49 h 3486"/>
              <a:gd name="T102" fmla="*/ 1486 w 3484"/>
              <a:gd name="T103" fmla="*/ 0 h 3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484" h="3486">
                <a:moveTo>
                  <a:pt x="1485" y="209"/>
                </a:moveTo>
                <a:lnTo>
                  <a:pt x="1394" y="212"/>
                </a:lnTo>
                <a:lnTo>
                  <a:pt x="1305" y="222"/>
                </a:lnTo>
                <a:lnTo>
                  <a:pt x="1217" y="237"/>
                </a:lnTo>
                <a:lnTo>
                  <a:pt x="1132" y="259"/>
                </a:lnTo>
                <a:lnTo>
                  <a:pt x="1049" y="285"/>
                </a:lnTo>
                <a:lnTo>
                  <a:pt x="969" y="318"/>
                </a:lnTo>
                <a:lnTo>
                  <a:pt x="891" y="355"/>
                </a:lnTo>
                <a:lnTo>
                  <a:pt x="816" y="398"/>
                </a:lnTo>
                <a:lnTo>
                  <a:pt x="745" y="445"/>
                </a:lnTo>
                <a:lnTo>
                  <a:pt x="677" y="497"/>
                </a:lnTo>
                <a:lnTo>
                  <a:pt x="613" y="553"/>
                </a:lnTo>
                <a:lnTo>
                  <a:pt x="552" y="614"/>
                </a:lnTo>
                <a:lnTo>
                  <a:pt x="496" y="679"/>
                </a:lnTo>
                <a:lnTo>
                  <a:pt x="444" y="746"/>
                </a:lnTo>
                <a:lnTo>
                  <a:pt x="397" y="817"/>
                </a:lnTo>
                <a:lnTo>
                  <a:pt x="354" y="892"/>
                </a:lnTo>
                <a:lnTo>
                  <a:pt x="317" y="970"/>
                </a:lnTo>
                <a:lnTo>
                  <a:pt x="284" y="1050"/>
                </a:lnTo>
                <a:lnTo>
                  <a:pt x="258" y="1133"/>
                </a:lnTo>
                <a:lnTo>
                  <a:pt x="235" y="1218"/>
                </a:lnTo>
                <a:lnTo>
                  <a:pt x="220" y="1306"/>
                </a:lnTo>
                <a:lnTo>
                  <a:pt x="211" y="1395"/>
                </a:lnTo>
                <a:lnTo>
                  <a:pt x="208" y="1486"/>
                </a:lnTo>
                <a:lnTo>
                  <a:pt x="211" y="1577"/>
                </a:lnTo>
                <a:lnTo>
                  <a:pt x="220" y="1668"/>
                </a:lnTo>
                <a:lnTo>
                  <a:pt x="235" y="1754"/>
                </a:lnTo>
                <a:lnTo>
                  <a:pt x="258" y="1840"/>
                </a:lnTo>
                <a:lnTo>
                  <a:pt x="284" y="1923"/>
                </a:lnTo>
                <a:lnTo>
                  <a:pt x="317" y="2004"/>
                </a:lnTo>
                <a:lnTo>
                  <a:pt x="354" y="2081"/>
                </a:lnTo>
                <a:lnTo>
                  <a:pt x="397" y="2156"/>
                </a:lnTo>
                <a:lnTo>
                  <a:pt x="444" y="2227"/>
                </a:lnTo>
                <a:lnTo>
                  <a:pt x="496" y="2295"/>
                </a:lnTo>
                <a:lnTo>
                  <a:pt x="552" y="2360"/>
                </a:lnTo>
                <a:lnTo>
                  <a:pt x="613" y="2420"/>
                </a:lnTo>
                <a:lnTo>
                  <a:pt x="677" y="2476"/>
                </a:lnTo>
                <a:lnTo>
                  <a:pt x="745" y="2528"/>
                </a:lnTo>
                <a:lnTo>
                  <a:pt x="816" y="2576"/>
                </a:lnTo>
                <a:lnTo>
                  <a:pt x="891" y="2618"/>
                </a:lnTo>
                <a:lnTo>
                  <a:pt x="969" y="2655"/>
                </a:lnTo>
                <a:lnTo>
                  <a:pt x="1049" y="2688"/>
                </a:lnTo>
                <a:lnTo>
                  <a:pt x="1132" y="2716"/>
                </a:lnTo>
                <a:lnTo>
                  <a:pt x="1217" y="2737"/>
                </a:lnTo>
                <a:lnTo>
                  <a:pt x="1305" y="2752"/>
                </a:lnTo>
                <a:lnTo>
                  <a:pt x="1394" y="2761"/>
                </a:lnTo>
                <a:lnTo>
                  <a:pt x="1485" y="2765"/>
                </a:lnTo>
                <a:lnTo>
                  <a:pt x="1576" y="2761"/>
                </a:lnTo>
                <a:lnTo>
                  <a:pt x="1666" y="2752"/>
                </a:lnTo>
                <a:lnTo>
                  <a:pt x="1753" y="2737"/>
                </a:lnTo>
                <a:lnTo>
                  <a:pt x="1839" y="2716"/>
                </a:lnTo>
                <a:lnTo>
                  <a:pt x="1922" y="2688"/>
                </a:lnTo>
                <a:lnTo>
                  <a:pt x="2002" y="2655"/>
                </a:lnTo>
                <a:lnTo>
                  <a:pt x="2079" y="2618"/>
                </a:lnTo>
                <a:lnTo>
                  <a:pt x="2155" y="2575"/>
                </a:lnTo>
                <a:lnTo>
                  <a:pt x="2226" y="2528"/>
                </a:lnTo>
                <a:lnTo>
                  <a:pt x="2294" y="2476"/>
                </a:lnTo>
                <a:lnTo>
                  <a:pt x="2357" y="2420"/>
                </a:lnTo>
                <a:lnTo>
                  <a:pt x="2418" y="2360"/>
                </a:lnTo>
                <a:lnTo>
                  <a:pt x="2474" y="2295"/>
                </a:lnTo>
                <a:lnTo>
                  <a:pt x="2526" y="2227"/>
                </a:lnTo>
                <a:lnTo>
                  <a:pt x="2573" y="2155"/>
                </a:lnTo>
                <a:lnTo>
                  <a:pt x="2616" y="2081"/>
                </a:lnTo>
                <a:lnTo>
                  <a:pt x="2654" y="2004"/>
                </a:lnTo>
                <a:lnTo>
                  <a:pt x="2686" y="1923"/>
                </a:lnTo>
                <a:lnTo>
                  <a:pt x="2713" y="1840"/>
                </a:lnTo>
                <a:lnTo>
                  <a:pt x="2734" y="1754"/>
                </a:lnTo>
                <a:lnTo>
                  <a:pt x="2750" y="1666"/>
                </a:lnTo>
                <a:lnTo>
                  <a:pt x="2760" y="1577"/>
                </a:lnTo>
                <a:lnTo>
                  <a:pt x="2763" y="1486"/>
                </a:lnTo>
                <a:lnTo>
                  <a:pt x="2760" y="1395"/>
                </a:lnTo>
                <a:lnTo>
                  <a:pt x="2750" y="1306"/>
                </a:lnTo>
                <a:lnTo>
                  <a:pt x="2734" y="1218"/>
                </a:lnTo>
                <a:lnTo>
                  <a:pt x="2713" y="1133"/>
                </a:lnTo>
                <a:lnTo>
                  <a:pt x="2686" y="1051"/>
                </a:lnTo>
                <a:lnTo>
                  <a:pt x="2654" y="970"/>
                </a:lnTo>
                <a:lnTo>
                  <a:pt x="2616" y="893"/>
                </a:lnTo>
                <a:lnTo>
                  <a:pt x="2573" y="817"/>
                </a:lnTo>
                <a:lnTo>
                  <a:pt x="2526" y="746"/>
                </a:lnTo>
                <a:lnTo>
                  <a:pt x="2474" y="679"/>
                </a:lnTo>
                <a:lnTo>
                  <a:pt x="2418" y="614"/>
                </a:lnTo>
                <a:lnTo>
                  <a:pt x="2357" y="553"/>
                </a:lnTo>
                <a:lnTo>
                  <a:pt x="2294" y="497"/>
                </a:lnTo>
                <a:lnTo>
                  <a:pt x="2226" y="445"/>
                </a:lnTo>
                <a:lnTo>
                  <a:pt x="2155" y="399"/>
                </a:lnTo>
                <a:lnTo>
                  <a:pt x="2079" y="355"/>
                </a:lnTo>
                <a:lnTo>
                  <a:pt x="2002" y="318"/>
                </a:lnTo>
                <a:lnTo>
                  <a:pt x="1922" y="285"/>
                </a:lnTo>
                <a:lnTo>
                  <a:pt x="1839" y="259"/>
                </a:lnTo>
                <a:lnTo>
                  <a:pt x="1753" y="237"/>
                </a:lnTo>
                <a:lnTo>
                  <a:pt x="1666" y="222"/>
                </a:lnTo>
                <a:lnTo>
                  <a:pt x="1576" y="212"/>
                </a:lnTo>
                <a:lnTo>
                  <a:pt x="1485" y="209"/>
                </a:lnTo>
                <a:close/>
                <a:moveTo>
                  <a:pt x="1486" y="0"/>
                </a:moveTo>
                <a:lnTo>
                  <a:pt x="1583" y="3"/>
                </a:lnTo>
                <a:lnTo>
                  <a:pt x="1679" y="13"/>
                </a:lnTo>
                <a:lnTo>
                  <a:pt x="1773" y="28"/>
                </a:lnTo>
                <a:lnTo>
                  <a:pt x="1865" y="49"/>
                </a:lnTo>
                <a:lnTo>
                  <a:pt x="1955" y="75"/>
                </a:lnTo>
                <a:lnTo>
                  <a:pt x="2042" y="108"/>
                </a:lnTo>
                <a:lnTo>
                  <a:pt x="2127" y="145"/>
                </a:lnTo>
                <a:lnTo>
                  <a:pt x="2209" y="188"/>
                </a:lnTo>
                <a:lnTo>
                  <a:pt x="2287" y="235"/>
                </a:lnTo>
                <a:lnTo>
                  <a:pt x="2364" y="287"/>
                </a:lnTo>
                <a:lnTo>
                  <a:pt x="2436" y="344"/>
                </a:lnTo>
                <a:lnTo>
                  <a:pt x="2503" y="404"/>
                </a:lnTo>
                <a:lnTo>
                  <a:pt x="2568" y="469"/>
                </a:lnTo>
                <a:lnTo>
                  <a:pt x="2628" y="536"/>
                </a:lnTo>
                <a:lnTo>
                  <a:pt x="2685" y="609"/>
                </a:lnTo>
                <a:lnTo>
                  <a:pt x="2737" y="685"/>
                </a:lnTo>
                <a:lnTo>
                  <a:pt x="2784" y="763"/>
                </a:lnTo>
                <a:lnTo>
                  <a:pt x="2827" y="845"/>
                </a:lnTo>
                <a:lnTo>
                  <a:pt x="2864" y="930"/>
                </a:lnTo>
                <a:lnTo>
                  <a:pt x="2897" y="1017"/>
                </a:lnTo>
                <a:lnTo>
                  <a:pt x="2923" y="1107"/>
                </a:lnTo>
                <a:lnTo>
                  <a:pt x="2944" y="1199"/>
                </a:lnTo>
                <a:lnTo>
                  <a:pt x="2960" y="1293"/>
                </a:lnTo>
                <a:lnTo>
                  <a:pt x="2969" y="1389"/>
                </a:lnTo>
                <a:lnTo>
                  <a:pt x="2972" y="1486"/>
                </a:lnTo>
                <a:lnTo>
                  <a:pt x="2969" y="1587"/>
                </a:lnTo>
                <a:lnTo>
                  <a:pt x="2959" y="1687"/>
                </a:lnTo>
                <a:lnTo>
                  <a:pt x="2942" y="1783"/>
                </a:lnTo>
                <a:lnTo>
                  <a:pt x="2920" y="1878"/>
                </a:lnTo>
                <a:lnTo>
                  <a:pt x="2891" y="1971"/>
                </a:lnTo>
                <a:lnTo>
                  <a:pt x="2857" y="2060"/>
                </a:lnTo>
                <a:lnTo>
                  <a:pt x="2817" y="2147"/>
                </a:lnTo>
                <a:lnTo>
                  <a:pt x="2773" y="2230"/>
                </a:lnTo>
                <a:lnTo>
                  <a:pt x="2722" y="2311"/>
                </a:lnTo>
                <a:lnTo>
                  <a:pt x="2668" y="2388"/>
                </a:lnTo>
                <a:lnTo>
                  <a:pt x="2607" y="2461"/>
                </a:lnTo>
                <a:lnTo>
                  <a:pt x="3454" y="3308"/>
                </a:lnTo>
                <a:lnTo>
                  <a:pt x="3469" y="3327"/>
                </a:lnTo>
                <a:lnTo>
                  <a:pt x="3480" y="3349"/>
                </a:lnTo>
                <a:lnTo>
                  <a:pt x="3484" y="3371"/>
                </a:lnTo>
                <a:lnTo>
                  <a:pt x="3484" y="3393"/>
                </a:lnTo>
                <a:lnTo>
                  <a:pt x="3480" y="3415"/>
                </a:lnTo>
                <a:lnTo>
                  <a:pt x="3469" y="3437"/>
                </a:lnTo>
                <a:lnTo>
                  <a:pt x="3454" y="3456"/>
                </a:lnTo>
                <a:lnTo>
                  <a:pt x="3438" y="3470"/>
                </a:lnTo>
                <a:lnTo>
                  <a:pt x="3420" y="3479"/>
                </a:lnTo>
                <a:lnTo>
                  <a:pt x="3401" y="3484"/>
                </a:lnTo>
                <a:lnTo>
                  <a:pt x="3381" y="3486"/>
                </a:lnTo>
                <a:lnTo>
                  <a:pt x="3362" y="3484"/>
                </a:lnTo>
                <a:lnTo>
                  <a:pt x="3342" y="3478"/>
                </a:lnTo>
                <a:lnTo>
                  <a:pt x="3324" y="3468"/>
                </a:lnTo>
                <a:lnTo>
                  <a:pt x="3308" y="3456"/>
                </a:lnTo>
                <a:lnTo>
                  <a:pt x="2461" y="2608"/>
                </a:lnTo>
                <a:lnTo>
                  <a:pt x="2388" y="2668"/>
                </a:lnTo>
                <a:lnTo>
                  <a:pt x="2311" y="2723"/>
                </a:lnTo>
                <a:lnTo>
                  <a:pt x="2230" y="2773"/>
                </a:lnTo>
                <a:lnTo>
                  <a:pt x="2146" y="2819"/>
                </a:lnTo>
                <a:lnTo>
                  <a:pt x="2059" y="2858"/>
                </a:lnTo>
                <a:lnTo>
                  <a:pt x="1970" y="2892"/>
                </a:lnTo>
                <a:lnTo>
                  <a:pt x="1877" y="2920"/>
                </a:lnTo>
                <a:lnTo>
                  <a:pt x="1783" y="2944"/>
                </a:lnTo>
                <a:lnTo>
                  <a:pt x="1685" y="2960"/>
                </a:lnTo>
                <a:lnTo>
                  <a:pt x="1587" y="2969"/>
                </a:lnTo>
                <a:lnTo>
                  <a:pt x="1486" y="2973"/>
                </a:lnTo>
                <a:lnTo>
                  <a:pt x="1388" y="2970"/>
                </a:lnTo>
                <a:lnTo>
                  <a:pt x="1292" y="2961"/>
                </a:lnTo>
                <a:lnTo>
                  <a:pt x="1199" y="2945"/>
                </a:lnTo>
                <a:lnTo>
                  <a:pt x="1107" y="2924"/>
                </a:lnTo>
                <a:lnTo>
                  <a:pt x="1016" y="2897"/>
                </a:lnTo>
                <a:lnTo>
                  <a:pt x="930" y="2865"/>
                </a:lnTo>
                <a:lnTo>
                  <a:pt x="845" y="2827"/>
                </a:lnTo>
                <a:lnTo>
                  <a:pt x="763" y="2785"/>
                </a:lnTo>
                <a:lnTo>
                  <a:pt x="685" y="2738"/>
                </a:lnTo>
                <a:lnTo>
                  <a:pt x="608" y="2686"/>
                </a:lnTo>
                <a:lnTo>
                  <a:pt x="536" y="2629"/>
                </a:lnTo>
                <a:lnTo>
                  <a:pt x="468" y="2569"/>
                </a:lnTo>
                <a:lnTo>
                  <a:pt x="404" y="2504"/>
                </a:lnTo>
                <a:lnTo>
                  <a:pt x="343" y="2436"/>
                </a:lnTo>
                <a:lnTo>
                  <a:pt x="287" y="2364"/>
                </a:lnTo>
                <a:lnTo>
                  <a:pt x="235" y="2289"/>
                </a:lnTo>
                <a:lnTo>
                  <a:pt x="188" y="2209"/>
                </a:lnTo>
                <a:lnTo>
                  <a:pt x="145" y="2128"/>
                </a:lnTo>
                <a:lnTo>
                  <a:pt x="108" y="2043"/>
                </a:lnTo>
                <a:lnTo>
                  <a:pt x="75" y="1956"/>
                </a:lnTo>
                <a:lnTo>
                  <a:pt x="49" y="1866"/>
                </a:lnTo>
                <a:lnTo>
                  <a:pt x="28" y="1774"/>
                </a:lnTo>
                <a:lnTo>
                  <a:pt x="12" y="1680"/>
                </a:lnTo>
                <a:lnTo>
                  <a:pt x="3" y="1584"/>
                </a:lnTo>
                <a:lnTo>
                  <a:pt x="0" y="1486"/>
                </a:lnTo>
                <a:lnTo>
                  <a:pt x="3" y="1389"/>
                </a:lnTo>
                <a:lnTo>
                  <a:pt x="12" y="1293"/>
                </a:lnTo>
                <a:lnTo>
                  <a:pt x="28" y="1199"/>
                </a:lnTo>
                <a:lnTo>
                  <a:pt x="49" y="1107"/>
                </a:lnTo>
                <a:lnTo>
                  <a:pt x="75" y="1018"/>
                </a:lnTo>
                <a:lnTo>
                  <a:pt x="108" y="930"/>
                </a:lnTo>
                <a:lnTo>
                  <a:pt x="145" y="845"/>
                </a:lnTo>
                <a:lnTo>
                  <a:pt x="188" y="763"/>
                </a:lnTo>
                <a:lnTo>
                  <a:pt x="234" y="685"/>
                </a:lnTo>
                <a:lnTo>
                  <a:pt x="286" y="610"/>
                </a:lnTo>
                <a:lnTo>
                  <a:pt x="342" y="538"/>
                </a:lnTo>
                <a:lnTo>
                  <a:pt x="404" y="469"/>
                </a:lnTo>
                <a:lnTo>
                  <a:pt x="468" y="404"/>
                </a:lnTo>
                <a:lnTo>
                  <a:pt x="536" y="344"/>
                </a:lnTo>
                <a:lnTo>
                  <a:pt x="608" y="287"/>
                </a:lnTo>
                <a:lnTo>
                  <a:pt x="684" y="235"/>
                </a:lnTo>
                <a:lnTo>
                  <a:pt x="763" y="188"/>
                </a:lnTo>
                <a:lnTo>
                  <a:pt x="845" y="145"/>
                </a:lnTo>
                <a:lnTo>
                  <a:pt x="930" y="108"/>
                </a:lnTo>
                <a:lnTo>
                  <a:pt x="1016" y="75"/>
                </a:lnTo>
                <a:lnTo>
                  <a:pt x="1107" y="49"/>
                </a:lnTo>
                <a:lnTo>
                  <a:pt x="1199" y="28"/>
                </a:lnTo>
                <a:lnTo>
                  <a:pt x="1292" y="13"/>
                </a:lnTo>
                <a:lnTo>
                  <a:pt x="1388" y="3"/>
                </a:lnTo>
                <a:lnTo>
                  <a:pt x="1486" y="0"/>
                </a:lnTo>
                <a:close/>
              </a:path>
            </a:pathLst>
          </a:custGeom>
          <a:gradFill>
            <a:gsLst>
              <a:gs pos="0">
                <a:srgbClr val="324C64"/>
              </a:gs>
              <a:gs pos="100000">
                <a:srgbClr val="283C4F"/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  <p:grpSp>
        <p:nvGrpSpPr>
          <p:cNvPr id="128" name="Group 39"/>
          <p:cNvGrpSpPr/>
          <p:nvPr/>
        </p:nvGrpSpPr>
        <p:grpSpPr>
          <a:xfrm>
            <a:off x="1591112" y="3384992"/>
            <a:ext cx="273545" cy="320870"/>
            <a:chOff x="1671638" y="5013325"/>
            <a:chExt cx="458787" cy="538162"/>
          </a:xfrm>
          <a:gradFill>
            <a:gsLst>
              <a:gs pos="0">
                <a:srgbClr val="324C64"/>
              </a:gs>
              <a:gs pos="100000">
                <a:srgbClr val="283C4F"/>
              </a:gs>
            </a:gsLst>
            <a:lin ang="2700000" scaled="1"/>
          </a:gradFill>
        </p:grpSpPr>
        <p:sp>
          <p:nvSpPr>
            <p:cNvPr id="129" name="Freeform 211"/>
            <p:cNvSpPr>
              <a:spLocks noEditPoints="1"/>
            </p:cNvSpPr>
            <p:nvPr/>
          </p:nvSpPr>
          <p:spPr bwMode="auto">
            <a:xfrm>
              <a:off x="1784350" y="5013325"/>
              <a:ext cx="233362" cy="290512"/>
            </a:xfrm>
            <a:custGeom>
              <a:avLst/>
              <a:gdLst>
                <a:gd name="T0" fmla="*/ 662 w 1465"/>
                <a:gd name="T1" fmla="*/ 193 h 1829"/>
                <a:gd name="T2" fmla="*/ 555 w 1465"/>
                <a:gd name="T3" fmla="*/ 214 h 1829"/>
                <a:gd name="T4" fmla="*/ 441 w 1465"/>
                <a:gd name="T5" fmla="*/ 263 h 1829"/>
                <a:gd name="T6" fmla="*/ 332 w 1465"/>
                <a:gd name="T7" fmla="*/ 351 h 1829"/>
                <a:gd name="T8" fmla="*/ 247 w 1465"/>
                <a:gd name="T9" fmla="*/ 489 h 1829"/>
                <a:gd name="T10" fmla="*/ 199 w 1465"/>
                <a:gd name="T11" fmla="*/ 688 h 1829"/>
                <a:gd name="T12" fmla="*/ 193 w 1465"/>
                <a:gd name="T13" fmla="*/ 755 h 1829"/>
                <a:gd name="T14" fmla="*/ 190 w 1465"/>
                <a:gd name="T15" fmla="*/ 808 h 1829"/>
                <a:gd name="T16" fmla="*/ 190 w 1465"/>
                <a:gd name="T17" fmla="*/ 943 h 1829"/>
                <a:gd name="T18" fmla="*/ 209 w 1465"/>
                <a:gd name="T19" fmla="*/ 1123 h 1829"/>
                <a:gd name="T20" fmla="*/ 264 w 1465"/>
                <a:gd name="T21" fmla="*/ 1317 h 1829"/>
                <a:gd name="T22" fmla="*/ 367 w 1465"/>
                <a:gd name="T23" fmla="*/ 1489 h 1829"/>
                <a:gd name="T24" fmla="*/ 523 w 1465"/>
                <a:gd name="T25" fmla="*/ 1601 h 1829"/>
                <a:gd name="T26" fmla="*/ 729 w 1465"/>
                <a:gd name="T27" fmla="*/ 1639 h 1829"/>
                <a:gd name="T28" fmla="*/ 895 w 1465"/>
                <a:gd name="T29" fmla="*/ 1617 h 1829"/>
                <a:gd name="T30" fmla="*/ 1063 w 1465"/>
                <a:gd name="T31" fmla="*/ 1524 h 1829"/>
                <a:gd name="T32" fmla="*/ 1181 w 1465"/>
                <a:gd name="T33" fmla="*/ 1363 h 1829"/>
                <a:gd name="T34" fmla="*/ 1246 w 1465"/>
                <a:gd name="T35" fmla="*/ 1172 h 1829"/>
                <a:gd name="T36" fmla="*/ 1272 w 1465"/>
                <a:gd name="T37" fmla="*/ 985 h 1829"/>
                <a:gd name="T38" fmla="*/ 1276 w 1465"/>
                <a:gd name="T39" fmla="*/ 836 h 1829"/>
                <a:gd name="T40" fmla="*/ 1272 w 1465"/>
                <a:gd name="T41" fmla="*/ 759 h 1829"/>
                <a:gd name="T42" fmla="*/ 1270 w 1465"/>
                <a:gd name="T43" fmla="*/ 748 h 1829"/>
                <a:gd name="T44" fmla="*/ 1234 w 1465"/>
                <a:gd name="T45" fmla="*/ 534 h 1829"/>
                <a:gd name="T46" fmla="*/ 1156 w 1465"/>
                <a:gd name="T47" fmla="*/ 383 h 1829"/>
                <a:gd name="T48" fmla="*/ 1052 w 1465"/>
                <a:gd name="T49" fmla="*/ 282 h 1829"/>
                <a:gd name="T50" fmla="*/ 934 w 1465"/>
                <a:gd name="T51" fmla="*/ 223 h 1829"/>
                <a:gd name="T52" fmla="*/ 817 w 1465"/>
                <a:gd name="T53" fmla="*/ 197 h 1829"/>
                <a:gd name="T54" fmla="*/ 728 w 1465"/>
                <a:gd name="T55" fmla="*/ 190 h 1829"/>
                <a:gd name="T56" fmla="*/ 878 w 1465"/>
                <a:gd name="T57" fmla="*/ 13 h 1829"/>
                <a:gd name="T58" fmla="*/ 1119 w 1465"/>
                <a:gd name="T59" fmla="*/ 99 h 1829"/>
                <a:gd name="T60" fmla="*/ 1225 w 1465"/>
                <a:gd name="T61" fmla="*/ 176 h 1829"/>
                <a:gd name="T62" fmla="*/ 1326 w 1465"/>
                <a:gd name="T63" fmla="*/ 292 h 1829"/>
                <a:gd name="T64" fmla="*/ 1407 w 1465"/>
                <a:gd name="T65" fmla="*/ 454 h 1829"/>
                <a:gd name="T66" fmla="*/ 1455 w 1465"/>
                <a:gd name="T67" fmla="*/ 673 h 1829"/>
                <a:gd name="T68" fmla="*/ 1463 w 1465"/>
                <a:gd name="T69" fmla="*/ 789 h 1829"/>
                <a:gd name="T70" fmla="*/ 1464 w 1465"/>
                <a:gd name="T71" fmla="*/ 933 h 1829"/>
                <a:gd name="T72" fmla="*/ 1445 w 1465"/>
                <a:gd name="T73" fmla="*/ 1134 h 1829"/>
                <a:gd name="T74" fmla="*/ 1388 w 1465"/>
                <a:gd name="T75" fmla="*/ 1356 h 1829"/>
                <a:gd name="T76" fmla="*/ 1277 w 1465"/>
                <a:gd name="T77" fmla="*/ 1568 h 1829"/>
                <a:gd name="T78" fmla="*/ 1102 w 1465"/>
                <a:gd name="T79" fmla="*/ 1731 h 1829"/>
                <a:gd name="T80" fmla="*/ 874 w 1465"/>
                <a:gd name="T81" fmla="*/ 1817 h 1829"/>
                <a:gd name="T82" fmla="*/ 653 w 1465"/>
                <a:gd name="T83" fmla="*/ 1826 h 1829"/>
                <a:gd name="T84" fmla="*/ 415 w 1465"/>
                <a:gd name="T85" fmla="*/ 1760 h 1829"/>
                <a:gd name="T86" fmla="*/ 226 w 1465"/>
                <a:gd name="T87" fmla="*/ 1615 h 1829"/>
                <a:gd name="T88" fmla="*/ 99 w 1465"/>
                <a:gd name="T89" fmla="*/ 1412 h 1829"/>
                <a:gd name="T90" fmla="*/ 31 w 1465"/>
                <a:gd name="T91" fmla="*/ 1189 h 1829"/>
                <a:gd name="T92" fmla="*/ 3 w 1465"/>
                <a:gd name="T93" fmla="*/ 980 h 1829"/>
                <a:gd name="T94" fmla="*/ 1 w 1465"/>
                <a:gd name="T95" fmla="*/ 818 h 1829"/>
                <a:gd name="T96" fmla="*/ 6 w 1465"/>
                <a:gd name="T97" fmla="*/ 737 h 1829"/>
                <a:gd name="T98" fmla="*/ 42 w 1465"/>
                <a:gd name="T99" fmla="*/ 502 h 1829"/>
                <a:gd name="T100" fmla="*/ 118 w 1465"/>
                <a:gd name="T101" fmla="*/ 325 h 1829"/>
                <a:gd name="T102" fmla="*/ 216 w 1465"/>
                <a:gd name="T103" fmla="*/ 198 h 1829"/>
                <a:gd name="T104" fmla="*/ 324 w 1465"/>
                <a:gd name="T105" fmla="*/ 112 h 1829"/>
                <a:gd name="T106" fmla="*/ 514 w 1465"/>
                <a:gd name="T107" fmla="*/ 29 h 1829"/>
                <a:gd name="T108" fmla="*/ 696 w 1465"/>
                <a:gd name="T109" fmla="*/ 0 h 1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65" h="1829">
                  <a:moveTo>
                    <a:pt x="728" y="190"/>
                  </a:moveTo>
                  <a:lnTo>
                    <a:pt x="708" y="190"/>
                  </a:lnTo>
                  <a:lnTo>
                    <a:pt x="685" y="191"/>
                  </a:lnTo>
                  <a:lnTo>
                    <a:pt x="662" y="193"/>
                  </a:lnTo>
                  <a:lnTo>
                    <a:pt x="637" y="197"/>
                  </a:lnTo>
                  <a:lnTo>
                    <a:pt x="610" y="201"/>
                  </a:lnTo>
                  <a:lnTo>
                    <a:pt x="583" y="207"/>
                  </a:lnTo>
                  <a:lnTo>
                    <a:pt x="555" y="214"/>
                  </a:lnTo>
                  <a:lnTo>
                    <a:pt x="526" y="223"/>
                  </a:lnTo>
                  <a:lnTo>
                    <a:pt x="497" y="234"/>
                  </a:lnTo>
                  <a:lnTo>
                    <a:pt x="469" y="247"/>
                  </a:lnTo>
                  <a:lnTo>
                    <a:pt x="441" y="263"/>
                  </a:lnTo>
                  <a:lnTo>
                    <a:pt x="412" y="280"/>
                  </a:lnTo>
                  <a:lnTo>
                    <a:pt x="385" y="301"/>
                  </a:lnTo>
                  <a:lnTo>
                    <a:pt x="358" y="325"/>
                  </a:lnTo>
                  <a:lnTo>
                    <a:pt x="332" y="351"/>
                  </a:lnTo>
                  <a:lnTo>
                    <a:pt x="308" y="380"/>
                  </a:lnTo>
                  <a:lnTo>
                    <a:pt x="286" y="413"/>
                  </a:lnTo>
                  <a:lnTo>
                    <a:pt x="266" y="449"/>
                  </a:lnTo>
                  <a:lnTo>
                    <a:pt x="247" y="489"/>
                  </a:lnTo>
                  <a:lnTo>
                    <a:pt x="231" y="532"/>
                  </a:lnTo>
                  <a:lnTo>
                    <a:pt x="218" y="580"/>
                  </a:lnTo>
                  <a:lnTo>
                    <a:pt x="206" y="632"/>
                  </a:lnTo>
                  <a:lnTo>
                    <a:pt x="199" y="688"/>
                  </a:lnTo>
                  <a:lnTo>
                    <a:pt x="194" y="748"/>
                  </a:lnTo>
                  <a:lnTo>
                    <a:pt x="194" y="750"/>
                  </a:lnTo>
                  <a:lnTo>
                    <a:pt x="194" y="752"/>
                  </a:lnTo>
                  <a:lnTo>
                    <a:pt x="193" y="755"/>
                  </a:lnTo>
                  <a:lnTo>
                    <a:pt x="193" y="759"/>
                  </a:lnTo>
                  <a:lnTo>
                    <a:pt x="192" y="769"/>
                  </a:lnTo>
                  <a:lnTo>
                    <a:pt x="191" y="786"/>
                  </a:lnTo>
                  <a:lnTo>
                    <a:pt x="190" y="808"/>
                  </a:lnTo>
                  <a:lnTo>
                    <a:pt x="189" y="836"/>
                  </a:lnTo>
                  <a:lnTo>
                    <a:pt x="189" y="867"/>
                  </a:lnTo>
                  <a:lnTo>
                    <a:pt x="189" y="903"/>
                  </a:lnTo>
                  <a:lnTo>
                    <a:pt x="190" y="943"/>
                  </a:lnTo>
                  <a:lnTo>
                    <a:pt x="193" y="985"/>
                  </a:lnTo>
                  <a:lnTo>
                    <a:pt x="197" y="1029"/>
                  </a:lnTo>
                  <a:lnTo>
                    <a:pt x="202" y="1076"/>
                  </a:lnTo>
                  <a:lnTo>
                    <a:pt x="209" y="1123"/>
                  </a:lnTo>
                  <a:lnTo>
                    <a:pt x="220" y="1172"/>
                  </a:lnTo>
                  <a:lnTo>
                    <a:pt x="231" y="1221"/>
                  </a:lnTo>
                  <a:lnTo>
                    <a:pt x="246" y="1269"/>
                  </a:lnTo>
                  <a:lnTo>
                    <a:pt x="264" y="1317"/>
                  </a:lnTo>
                  <a:lnTo>
                    <a:pt x="285" y="1363"/>
                  </a:lnTo>
                  <a:lnTo>
                    <a:pt x="308" y="1408"/>
                  </a:lnTo>
                  <a:lnTo>
                    <a:pt x="336" y="1450"/>
                  </a:lnTo>
                  <a:lnTo>
                    <a:pt x="367" y="1489"/>
                  </a:lnTo>
                  <a:lnTo>
                    <a:pt x="401" y="1524"/>
                  </a:lnTo>
                  <a:lnTo>
                    <a:pt x="440" y="1554"/>
                  </a:lnTo>
                  <a:lnTo>
                    <a:pt x="480" y="1580"/>
                  </a:lnTo>
                  <a:lnTo>
                    <a:pt x="523" y="1601"/>
                  </a:lnTo>
                  <a:lnTo>
                    <a:pt x="570" y="1617"/>
                  </a:lnTo>
                  <a:lnTo>
                    <a:pt x="619" y="1630"/>
                  </a:lnTo>
                  <a:lnTo>
                    <a:pt x="672" y="1637"/>
                  </a:lnTo>
                  <a:lnTo>
                    <a:pt x="729" y="1639"/>
                  </a:lnTo>
                  <a:lnTo>
                    <a:pt x="736" y="1639"/>
                  </a:lnTo>
                  <a:lnTo>
                    <a:pt x="792" y="1637"/>
                  </a:lnTo>
                  <a:lnTo>
                    <a:pt x="846" y="1630"/>
                  </a:lnTo>
                  <a:lnTo>
                    <a:pt x="895" y="1617"/>
                  </a:lnTo>
                  <a:lnTo>
                    <a:pt x="942" y="1601"/>
                  </a:lnTo>
                  <a:lnTo>
                    <a:pt x="985" y="1580"/>
                  </a:lnTo>
                  <a:lnTo>
                    <a:pt x="1025" y="1554"/>
                  </a:lnTo>
                  <a:lnTo>
                    <a:pt x="1063" y="1524"/>
                  </a:lnTo>
                  <a:lnTo>
                    <a:pt x="1098" y="1489"/>
                  </a:lnTo>
                  <a:lnTo>
                    <a:pt x="1130" y="1450"/>
                  </a:lnTo>
                  <a:lnTo>
                    <a:pt x="1156" y="1408"/>
                  </a:lnTo>
                  <a:lnTo>
                    <a:pt x="1181" y="1363"/>
                  </a:lnTo>
                  <a:lnTo>
                    <a:pt x="1202" y="1317"/>
                  </a:lnTo>
                  <a:lnTo>
                    <a:pt x="1219" y="1269"/>
                  </a:lnTo>
                  <a:lnTo>
                    <a:pt x="1234" y="1221"/>
                  </a:lnTo>
                  <a:lnTo>
                    <a:pt x="1246" y="1172"/>
                  </a:lnTo>
                  <a:lnTo>
                    <a:pt x="1256" y="1123"/>
                  </a:lnTo>
                  <a:lnTo>
                    <a:pt x="1263" y="1076"/>
                  </a:lnTo>
                  <a:lnTo>
                    <a:pt x="1269" y="1029"/>
                  </a:lnTo>
                  <a:lnTo>
                    <a:pt x="1272" y="985"/>
                  </a:lnTo>
                  <a:lnTo>
                    <a:pt x="1275" y="943"/>
                  </a:lnTo>
                  <a:lnTo>
                    <a:pt x="1276" y="903"/>
                  </a:lnTo>
                  <a:lnTo>
                    <a:pt x="1276" y="868"/>
                  </a:lnTo>
                  <a:lnTo>
                    <a:pt x="1276" y="836"/>
                  </a:lnTo>
                  <a:lnTo>
                    <a:pt x="1275" y="808"/>
                  </a:lnTo>
                  <a:lnTo>
                    <a:pt x="1274" y="787"/>
                  </a:lnTo>
                  <a:lnTo>
                    <a:pt x="1272" y="769"/>
                  </a:lnTo>
                  <a:lnTo>
                    <a:pt x="1272" y="759"/>
                  </a:lnTo>
                  <a:lnTo>
                    <a:pt x="1271" y="755"/>
                  </a:lnTo>
                  <a:lnTo>
                    <a:pt x="1271" y="752"/>
                  </a:lnTo>
                  <a:lnTo>
                    <a:pt x="1271" y="750"/>
                  </a:lnTo>
                  <a:lnTo>
                    <a:pt x="1270" y="748"/>
                  </a:lnTo>
                  <a:lnTo>
                    <a:pt x="1266" y="688"/>
                  </a:lnTo>
                  <a:lnTo>
                    <a:pt x="1259" y="634"/>
                  </a:lnTo>
                  <a:lnTo>
                    <a:pt x="1247" y="582"/>
                  </a:lnTo>
                  <a:lnTo>
                    <a:pt x="1234" y="534"/>
                  </a:lnTo>
                  <a:lnTo>
                    <a:pt x="1218" y="491"/>
                  </a:lnTo>
                  <a:lnTo>
                    <a:pt x="1200" y="452"/>
                  </a:lnTo>
                  <a:lnTo>
                    <a:pt x="1179" y="416"/>
                  </a:lnTo>
                  <a:lnTo>
                    <a:pt x="1156" y="383"/>
                  </a:lnTo>
                  <a:lnTo>
                    <a:pt x="1133" y="353"/>
                  </a:lnTo>
                  <a:lnTo>
                    <a:pt x="1107" y="327"/>
                  </a:lnTo>
                  <a:lnTo>
                    <a:pt x="1080" y="303"/>
                  </a:lnTo>
                  <a:lnTo>
                    <a:pt x="1052" y="282"/>
                  </a:lnTo>
                  <a:lnTo>
                    <a:pt x="1023" y="265"/>
                  </a:lnTo>
                  <a:lnTo>
                    <a:pt x="994" y="248"/>
                  </a:lnTo>
                  <a:lnTo>
                    <a:pt x="964" y="235"/>
                  </a:lnTo>
                  <a:lnTo>
                    <a:pt x="934" y="223"/>
                  </a:lnTo>
                  <a:lnTo>
                    <a:pt x="904" y="214"/>
                  </a:lnTo>
                  <a:lnTo>
                    <a:pt x="874" y="207"/>
                  </a:lnTo>
                  <a:lnTo>
                    <a:pt x="846" y="201"/>
                  </a:lnTo>
                  <a:lnTo>
                    <a:pt x="817" y="197"/>
                  </a:lnTo>
                  <a:lnTo>
                    <a:pt x="789" y="193"/>
                  </a:lnTo>
                  <a:lnTo>
                    <a:pt x="762" y="191"/>
                  </a:lnTo>
                  <a:lnTo>
                    <a:pt x="736" y="190"/>
                  </a:lnTo>
                  <a:lnTo>
                    <a:pt x="728" y="190"/>
                  </a:lnTo>
                  <a:close/>
                  <a:moveTo>
                    <a:pt x="729" y="0"/>
                  </a:moveTo>
                  <a:lnTo>
                    <a:pt x="740" y="0"/>
                  </a:lnTo>
                  <a:lnTo>
                    <a:pt x="810" y="4"/>
                  </a:lnTo>
                  <a:lnTo>
                    <a:pt x="878" y="13"/>
                  </a:lnTo>
                  <a:lnTo>
                    <a:pt x="942" y="27"/>
                  </a:lnTo>
                  <a:lnTo>
                    <a:pt x="1004" y="47"/>
                  </a:lnTo>
                  <a:lnTo>
                    <a:pt x="1062" y="70"/>
                  </a:lnTo>
                  <a:lnTo>
                    <a:pt x="1119" y="99"/>
                  </a:lnTo>
                  <a:lnTo>
                    <a:pt x="1145" y="115"/>
                  </a:lnTo>
                  <a:lnTo>
                    <a:pt x="1171" y="132"/>
                  </a:lnTo>
                  <a:lnTo>
                    <a:pt x="1198" y="153"/>
                  </a:lnTo>
                  <a:lnTo>
                    <a:pt x="1225" y="176"/>
                  </a:lnTo>
                  <a:lnTo>
                    <a:pt x="1250" y="201"/>
                  </a:lnTo>
                  <a:lnTo>
                    <a:pt x="1276" y="228"/>
                  </a:lnTo>
                  <a:lnTo>
                    <a:pt x="1302" y="259"/>
                  </a:lnTo>
                  <a:lnTo>
                    <a:pt x="1326" y="292"/>
                  </a:lnTo>
                  <a:lnTo>
                    <a:pt x="1349" y="327"/>
                  </a:lnTo>
                  <a:lnTo>
                    <a:pt x="1370" y="366"/>
                  </a:lnTo>
                  <a:lnTo>
                    <a:pt x="1390" y="408"/>
                  </a:lnTo>
                  <a:lnTo>
                    <a:pt x="1407" y="454"/>
                  </a:lnTo>
                  <a:lnTo>
                    <a:pt x="1423" y="503"/>
                  </a:lnTo>
                  <a:lnTo>
                    <a:pt x="1436" y="556"/>
                  </a:lnTo>
                  <a:lnTo>
                    <a:pt x="1447" y="613"/>
                  </a:lnTo>
                  <a:lnTo>
                    <a:pt x="1455" y="673"/>
                  </a:lnTo>
                  <a:lnTo>
                    <a:pt x="1460" y="737"/>
                  </a:lnTo>
                  <a:lnTo>
                    <a:pt x="1460" y="747"/>
                  </a:lnTo>
                  <a:lnTo>
                    <a:pt x="1462" y="765"/>
                  </a:lnTo>
                  <a:lnTo>
                    <a:pt x="1463" y="789"/>
                  </a:lnTo>
                  <a:lnTo>
                    <a:pt x="1464" y="818"/>
                  </a:lnTo>
                  <a:lnTo>
                    <a:pt x="1465" y="852"/>
                  </a:lnTo>
                  <a:lnTo>
                    <a:pt x="1465" y="891"/>
                  </a:lnTo>
                  <a:lnTo>
                    <a:pt x="1464" y="933"/>
                  </a:lnTo>
                  <a:lnTo>
                    <a:pt x="1462" y="980"/>
                  </a:lnTo>
                  <a:lnTo>
                    <a:pt x="1458" y="1028"/>
                  </a:lnTo>
                  <a:lnTo>
                    <a:pt x="1453" y="1080"/>
                  </a:lnTo>
                  <a:lnTo>
                    <a:pt x="1445" y="1134"/>
                  </a:lnTo>
                  <a:lnTo>
                    <a:pt x="1435" y="1189"/>
                  </a:lnTo>
                  <a:lnTo>
                    <a:pt x="1422" y="1244"/>
                  </a:lnTo>
                  <a:lnTo>
                    <a:pt x="1406" y="1300"/>
                  </a:lnTo>
                  <a:lnTo>
                    <a:pt x="1388" y="1356"/>
                  </a:lnTo>
                  <a:lnTo>
                    <a:pt x="1366" y="1412"/>
                  </a:lnTo>
                  <a:lnTo>
                    <a:pt x="1340" y="1465"/>
                  </a:lnTo>
                  <a:lnTo>
                    <a:pt x="1311" y="1517"/>
                  </a:lnTo>
                  <a:lnTo>
                    <a:pt x="1277" y="1568"/>
                  </a:lnTo>
                  <a:lnTo>
                    <a:pt x="1239" y="1615"/>
                  </a:lnTo>
                  <a:lnTo>
                    <a:pt x="1197" y="1659"/>
                  </a:lnTo>
                  <a:lnTo>
                    <a:pt x="1150" y="1698"/>
                  </a:lnTo>
                  <a:lnTo>
                    <a:pt x="1102" y="1731"/>
                  </a:lnTo>
                  <a:lnTo>
                    <a:pt x="1049" y="1760"/>
                  </a:lnTo>
                  <a:lnTo>
                    <a:pt x="994" y="1784"/>
                  </a:lnTo>
                  <a:lnTo>
                    <a:pt x="936" y="1803"/>
                  </a:lnTo>
                  <a:lnTo>
                    <a:pt x="874" y="1817"/>
                  </a:lnTo>
                  <a:lnTo>
                    <a:pt x="810" y="1826"/>
                  </a:lnTo>
                  <a:lnTo>
                    <a:pt x="743" y="1829"/>
                  </a:lnTo>
                  <a:lnTo>
                    <a:pt x="721" y="1829"/>
                  </a:lnTo>
                  <a:lnTo>
                    <a:pt x="653" y="1826"/>
                  </a:lnTo>
                  <a:lnTo>
                    <a:pt x="589" y="1817"/>
                  </a:lnTo>
                  <a:lnTo>
                    <a:pt x="528" y="1803"/>
                  </a:lnTo>
                  <a:lnTo>
                    <a:pt x="471" y="1784"/>
                  </a:lnTo>
                  <a:lnTo>
                    <a:pt x="415" y="1760"/>
                  </a:lnTo>
                  <a:lnTo>
                    <a:pt x="363" y="1731"/>
                  </a:lnTo>
                  <a:lnTo>
                    <a:pt x="315" y="1698"/>
                  </a:lnTo>
                  <a:lnTo>
                    <a:pt x="268" y="1659"/>
                  </a:lnTo>
                  <a:lnTo>
                    <a:pt x="226" y="1615"/>
                  </a:lnTo>
                  <a:lnTo>
                    <a:pt x="188" y="1568"/>
                  </a:lnTo>
                  <a:lnTo>
                    <a:pt x="155" y="1517"/>
                  </a:lnTo>
                  <a:lnTo>
                    <a:pt x="125" y="1465"/>
                  </a:lnTo>
                  <a:lnTo>
                    <a:pt x="99" y="1412"/>
                  </a:lnTo>
                  <a:lnTo>
                    <a:pt x="77" y="1356"/>
                  </a:lnTo>
                  <a:lnTo>
                    <a:pt x="58" y="1300"/>
                  </a:lnTo>
                  <a:lnTo>
                    <a:pt x="43" y="1244"/>
                  </a:lnTo>
                  <a:lnTo>
                    <a:pt x="31" y="1189"/>
                  </a:lnTo>
                  <a:lnTo>
                    <a:pt x="20" y="1134"/>
                  </a:lnTo>
                  <a:lnTo>
                    <a:pt x="13" y="1080"/>
                  </a:lnTo>
                  <a:lnTo>
                    <a:pt x="7" y="1028"/>
                  </a:lnTo>
                  <a:lnTo>
                    <a:pt x="3" y="980"/>
                  </a:lnTo>
                  <a:lnTo>
                    <a:pt x="1" y="933"/>
                  </a:lnTo>
                  <a:lnTo>
                    <a:pt x="0" y="891"/>
                  </a:lnTo>
                  <a:lnTo>
                    <a:pt x="0" y="852"/>
                  </a:lnTo>
                  <a:lnTo>
                    <a:pt x="1" y="818"/>
                  </a:lnTo>
                  <a:lnTo>
                    <a:pt x="2" y="789"/>
                  </a:lnTo>
                  <a:lnTo>
                    <a:pt x="3" y="765"/>
                  </a:lnTo>
                  <a:lnTo>
                    <a:pt x="5" y="747"/>
                  </a:lnTo>
                  <a:lnTo>
                    <a:pt x="6" y="737"/>
                  </a:lnTo>
                  <a:lnTo>
                    <a:pt x="10" y="672"/>
                  </a:lnTo>
                  <a:lnTo>
                    <a:pt x="18" y="612"/>
                  </a:lnTo>
                  <a:lnTo>
                    <a:pt x="29" y="555"/>
                  </a:lnTo>
                  <a:lnTo>
                    <a:pt x="42" y="502"/>
                  </a:lnTo>
                  <a:lnTo>
                    <a:pt x="58" y="453"/>
                  </a:lnTo>
                  <a:lnTo>
                    <a:pt x="76" y="406"/>
                  </a:lnTo>
                  <a:lnTo>
                    <a:pt x="97" y="364"/>
                  </a:lnTo>
                  <a:lnTo>
                    <a:pt x="118" y="325"/>
                  </a:lnTo>
                  <a:lnTo>
                    <a:pt x="141" y="289"/>
                  </a:lnTo>
                  <a:lnTo>
                    <a:pt x="166" y="255"/>
                  </a:lnTo>
                  <a:lnTo>
                    <a:pt x="191" y="225"/>
                  </a:lnTo>
                  <a:lnTo>
                    <a:pt x="216" y="198"/>
                  </a:lnTo>
                  <a:lnTo>
                    <a:pt x="243" y="173"/>
                  </a:lnTo>
                  <a:lnTo>
                    <a:pt x="270" y="150"/>
                  </a:lnTo>
                  <a:lnTo>
                    <a:pt x="297" y="130"/>
                  </a:lnTo>
                  <a:lnTo>
                    <a:pt x="324" y="112"/>
                  </a:lnTo>
                  <a:lnTo>
                    <a:pt x="351" y="96"/>
                  </a:lnTo>
                  <a:lnTo>
                    <a:pt x="406" y="68"/>
                  </a:lnTo>
                  <a:lnTo>
                    <a:pt x="460" y="46"/>
                  </a:lnTo>
                  <a:lnTo>
                    <a:pt x="514" y="29"/>
                  </a:lnTo>
                  <a:lnTo>
                    <a:pt x="566" y="17"/>
                  </a:lnTo>
                  <a:lnTo>
                    <a:pt x="613" y="8"/>
                  </a:lnTo>
                  <a:lnTo>
                    <a:pt x="658" y="3"/>
                  </a:lnTo>
                  <a:lnTo>
                    <a:pt x="696" y="0"/>
                  </a:lnTo>
                  <a:lnTo>
                    <a:pt x="7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30" name="Freeform 212"/>
            <p:cNvSpPr/>
            <p:nvPr/>
          </p:nvSpPr>
          <p:spPr bwMode="auto">
            <a:xfrm>
              <a:off x="1671638" y="5302250"/>
              <a:ext cx="458787" cy="249237"/>
            </a:xfrm>
            <a:custGeom>
              <a:avLst/>
              <a:gdLst>
                <a:gd name="T0" fmla="*/ 1041 w 2887"/>
                <a:gd name="T1" fmla="*/ 40 h 1572"/>
                <a:gd name="T2" fmla="*/ 1047 w 2887"/>
                <a:gd name="T3" fmla="*/ 141 h 1572"/>
                <a:gd name="T4" fmla="*/ 994 w 2887"/>
                <a:gd name="T5" fmla="*/ 189 h 1572"/>
                <a:gd name="T6" fmla="*/ 876 w 2887"/>
                <a:gd name="T7" fmla="*/ 260 h 1572"/>
                <a:gd name="T8" fmla="*/ 681 w 2887"/>
                <a:gd name="T9" fmla="*/ 358 h 1572"/>
                <a:gd name="T10" fmla="*/ 432 w 2887"/>
                <a:gd name="T11" fmla="*/ 451 h 1572"/>
                <a:gd name="T12" fmla="*/ 269 w 2887"/>
                <a:gd name="T13" fmla="*/ 541 h 1572"/>
                <a:gd name="T14" fmla="*/ 207 w 2887"/>
                <a:gd name="T15" fmla="*/ 688 h 1572"/>
                <a:gd name="T16" fmla="*/ 190 w 2887"/>
                <a:gd name="T17" fmla="*/ 860 h 1572"/>
                <a:gd name="T18" fmla="*/ 192 w 2887"/>
                <a:gd name="T19" fmla="*/ 988 h 1572"/>
                <a:gd name="T20" fmla="*/ 251 w 2887"/>
                <a:gd name="T21" fmla="*/ 1119 h 1572"/>
                <a:gd name="T22" fmla="*/ 462 w 2887"/>
                <a:gd name="T23" fmla="*/ 1211 h 1572"/>
                <a:gd name="T24" fmla="*/ 794 w 2887"/>
                <a:gd name="T25" fmla="*/ 1311 h 1572"/>
                <a:gd name="T26" fmla="*/ 1237 w 2887"/>
                <a:gd name="T27" fmla="*/ 1376 h 1572"/>
                <a:gd name="T28" fmla="*/ 1748 w 2887"/>
                <a:gd name="T29" fmla="*/ 1368 h 1572"/>
                <a:gd name="T30" fmla="*/ 2170 w 2887"/>
                <a:gd name="T31" fmla="*/ 1293 h 1572"/>
                <a:gd name="T32" fmla="*/ 2479 w 2887"/>
                <a:gd name="T33" fmla="*/ 1191 h 1572"/>
                <a:gd name="T34" fmla="*/ 2662 w 2887"/>
                <a:gd name="T35" fmla="*/ 1107 h 1572"/>
                <a:gd name="T36" fmla="*/ 2697 w 2887"/>
                <a:gd name="T37" fmla="*/ 950 h 1572"/>
                <a:gd name="T38" fmla="*/ 2694 w 2887"/>
                <a:gd name="T39" fmla="*/ 791 h 1572"/>
                <a:gd name="T40" fmla="*/ 2663 w 2887"/>
                <a:gd name="T41" fmla="*/ 625 h 1572"/>
                <a:gd name="T42" fmla="*/ 2572 w 2887"/>
                <a:gd name="T43" fmla="*/ 498 h 1572"/>
                <a:gd name="T44" fmla="*/ 2350 w 2887"/>
                <a:gd name="T45" fmla="*/ 416 h 1572"/>
                <a:gd name="T46" fmla="*/ 2119 w 2887"/>
                <a:gd name="T47" fmla="*/ 318 h 1572"/>
                <a:gd name="T48" fmla="*/ 1953 w 2887"/>
                <a:gd name="T49" fmla="*/ 227 h 1572"/>
                <a:gd name="T50" fmla="*/ 1873 w 2887"/>
                <a:gd name="T51" fmla="*/ 176 h 1572"/>
                <a:gd name="T52" fmla="*/ 1828 w 2887"/>
                <a:gd name="T53" fmla="*/ 101 h 1572"/>
                <a:gd name="T54" fmla="*/ 1877 w 2887"/>
                <a:gd name="T55" fmla="*/ 12 h 1572"/>
                <a:gd name="T56" fmla="*/ 1977 w 2887"/>
                <a:gd name="T57" fmla="*/ 18 h 1572"/>
                <a:gd name="T58" fmla="*/ 2035 w 2887"/>
                <a:gd name="T59" fmla="*/ 55 h 1572"/>
                <a:gd name="T60" fmla="*/ 2188 w 2887"/>
                <a:gd name="T61" fmla="*/ 141 h 1572"/>
                <a:gd name="T62" fmla="*/ 2408 w 2887"/>
                <a:gd name="T63" fmla="*/ 236 h 1572"/>
                <a:gd name="T64" fmla="*/ 2568 w 2887"/>
                <a:gd name="T65" fmla="*/ 285 h 1572"/>
                <a:gd name="T66" fmla="*/ 2745 w 2887"/>
                <a:gd name="T67" fmla="*/ 399 h 1572"/>
                <a:gd name="T68" fmla="*/ 2839 w 2887"/>
                <a:gd name="T69" fmla="*/ 557 h 1572"/>
                <a:gd name="T70" fmla="*/ 2878 w 2887"/>
                <a:gd name="T71" fmla="*/ 721 h 1572"/>
                <a:gd name="T72" fmla="*/ 2886 w 2887"/>
                <a:gd name="T73" fmla="*/ 855 h 1572"/>
                <a:gd name="T74" fmla="*/ 2887 w 2887"/>
                <a:gd name="T75" fmla="*/ 907 h 1572"/>
                <a:gd name="T76" fmla="*/ 2879 w 2887"/>
                <a:gd name="T77" fmla="*/ 1064 h 1572"/>
                <a:gd name="T78" fmla="*/ 2844 w 2887"/>
                <a:gd name="T79" fmla="*/ 1209 h 1572"/>
                <a:gd name="T80" fmla="*/ 2788 w 2887"/>
                <a:gd name="T81" fmla="*/ 1253 h 1572"/>
                <a:gd name="T82" fmla="*/ 2651 w 2887"/>
                <a:gd name="T83" fmla="*/ 1324 h 1572"/>
                <a:gd name="T84" fmla="*/ 2411 w 2887"/>
                <a:gd name="T85" fmla="*/ 1419 h 1572"/>
                <a:gd name="T86" fmla="*/ 2071 w 2887"/>
                <a:gd name="T87" fmla="*/ 1510 h 1572"/>
                <a:gd name="T88" fmla="*/ 1640 w 2887"/>
                <a:gd name="T89" fmla="*/ 1567 h 1572"/>
                <a:gd name="T90" fmla="*/ 1143 w 2887"/>
                <a:gd name="T91" fmla="*/ 1558 h 1572"/>
                <a:gd name="T92" fmla="*/ 718 w 2887"/>
                <a:gd name="T93" fmla="*/ 1488 h 1572"/>
                <a:gd name="T94" fmla="*/ 392 w 2887"/>
                <a:gd name="T95" fmla="*/ 1389 h 1572"/>
                <a:gd name="T96" fmla="*/ 177 w 2887"/>
                <a:gd name="T97" fmla="*/ 1295 h 1572"/>
                <a:gd name="T98" fmla="*/ 77 w 2887"/>
                <a:gd name="T99" fmla="*/ 1239 h 1572"/>
                <a:gd name="T100" fmla="*/ 27 w 2887"/>
                <a:gd name="T101" fmla="*/ 1164 h 1572"/>
                <a:gd name="T102" fmla="*/ 3 w 2887"/>
                <a:gd name="T103" fmla="*/ 994 h 1572"/>
                <a:gd name="T104" fmla="*/ 0 w 2887"/>
                <a:gd name="T105" fmla="*/ 873 h 1572"/>
                <a:gd name="T106" fmla="*/ 4 w 2887"/>
                <a:gd name="T107" fmla="*/ 780 h 1572"/>
                <a:gd name="T108" fmla="*/ 27 w 2887"/>
                <a:gd name="T109" fmla="*/ 624 h 1572"/>
                <a:gd name="T110" fmla="*/ 95 w 2887"/>
                <a:gd name="T111" fmla="*/ 459 h 1572"/>
                <a:gd name="T112" fmla="*/ 237 w 2887"/>
                <a:gd name="T113" fmla="*/ 322 h 1572"/>
                <a:gd name="T114" fmla="*/ 379 w 2887"/>
                <a:gd name="T115" fmla="*/ 269 h 1572"/>
                <a:gd name="T116" fmla="*/ 619 w 2887"/>
                <a:gd name="T117" fmla="*/ 179 h 1572"/>
                <a:gd name="T118" fmla="*/ 800 w 2887"/>
                <a:gd name="T119" fmla="*/ 85 h 1572"/>
                <a:gd name="T120" fmla="*/ 900 w 2887"/>
                <a:gd name="T121" fmla="*/ 24 h 1572"/>
                <a:gd name="T122" fmla="*/ 970 w 2887"/>
                <a:gd name="T123" fmla="*/ 0 h 1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887" h="1572">
                  <a:moveTo>
                    <a:pt x="970" y="0"/>
                  </a:moveTo>
                  <a:lnTo>
                    <a:pt x="991" y="3"/>
                  </a:lnTo>
                  <a:lnTo>
                    <a:pt x="1010" y="11"/>
                  </a:lnTo>
                  <a:lnTo>
                    <a:pt x="1027" y="24"/>
                  </a:lnTo>
                  <a:lnTo>
                    <a:pt x="1041" y="40"/>
                  </a:lnTo>
                  <a:lnTo>
                    <a:pt x="1053" y="59"/>
                  </a:lnTo>
                  <a:lnTo>
                    <a:pt x="1058" y="80"/>
                  </a:lnTo>
                  <a:lnTo>
                    <a:pt x="1059" y="100"/>
                  </a:lnTo>
                  <a:lnTo>
                    <a:pt x="1055" y="121"/>
                  </a:lnTo>
                  <a:lnTo>
                    <a:pt x="1047" y="141"/>
                  </a:lnTo>
                  <a:lnTo>
                    <a:pt x="1035" y="158"/>
                  </a:lnTo>
                  <a:lnTo>
                    <a:pt x="1018" y="173"/>
                  </a:lnTo>
                  <a:lnTo>
                    <a:pt x="1014" y="175"/>
                  </a:lnTo>
                  <a:lnTo>
                    <a:pt x="1006" y="181"/>
                  </a:lnTo>
                  <a:lnTo>
                    <a:pt x="994" y="189"/>
                  </a:lnTo>
                  <a:lnTo>
                    <a:pt x="977" y="199"/>
                  </a:lnTo>
                  <a:lnTo>
                    <a:pt x="956" y="212"/>
                  </a:lnTo>
                  <a:lnTo>
                    <a:pt x="934" y="226"/>
                  </a:lnTo>
                  <a:lnTo>
                    <a:pt x="906" y="243"/>
                  </a:lnTo>
                  <a:lnTo>
                    <a:pt x="876" y="260"/>
                  </a:lnTo>
                  <a:lnTo>
                    <a:pt x="842" y="279"/>
                  </a:lnTo>
                  <a:lnTo>
                    <a:pt x="806" y="298"/>
                  </a:lnTo>
                  <a:lnTo>
                    <a:pt x="766" y="317"/>
                  </a:lnTo>
                  <a:lnTo>
                    <a:pt x="725" y="338"/>
                  </a:lnTo>
                  <a:lnTo>
                    <a:pt x="681" y="358"/>
                  </a:lnTo>
                  <a:lnTo>
                    <a:pt x="635" y="378"/>
                  </a:lnTo>
                  <a:lnTo>
                    <a:pt x="587" y="398"/>
                  </a:lnTo>
                  <a:lnTo>
                    <a:pt x="536" y="416"/>
                  </a:lnTo>
                  <a:lnTo>
                    <a:pt x="484" y="434"/>
                  </a:lnTo>
                  <a:lnTo>
                    <a:pt x="432" y="451"/>
                  </a:lnTo>
                  <a:lnTo>
                    <a:pt x="377" y="466"/>
                  </a:lnTo>
                  <a:lnTo>
                    <a:pt x="344" y="479"/>
                  </a:lnTo>
                  <a:lnTo>
                    <a:pt x="315" y="497"/>
                  </a:lnTo>
                  <a:lnTo>
                    <a:pt x="290" y="518"/>
                  </a:lnTo>
                  <a:lnTo>
                    <a:pt x="269" y="541"/>
                  </a:lnTo>
                  <a:lnTo>
                    <a:pt x="251" y="566"/>
                  </a:lnTo>
                  <a:lnTo>
                    <a:pt x="237" y="594"/>
                  </a:lnTo>
                  <a:lnTo>
                    <a:pt x="224" y="624"/>
                  </a:lnTo>
                  <a:lnTo>
                    <a:pt x="214" y="655"/>
                  </a:lnTo>
                  <a:lnTo>
                    <a:pt x="207" y="688"/>
                  </a:lnTo>
                  <a:lnTo>
                    <a:pt x="200" y="721"/>
                  </a:lnTo>
                  <a:lnTo>
                    <a:pt x="196" y="755"/>
                  </a:lnTo>
                  <a:lnTo>
                    <a:pt x="193" y="791"/>
                  </a:lnTo>
                  <a:lnTo>
                    <a:pt x="191" y="825"/>
                  </a:lnTo>
                  <a:lnTo>
                    <a:pt x="190" y="860"/>
                  </a:lnTo>
                  <a:lnTo>
                    <a:pt x="189" y="868"/>
                  </a:lnTo>
                  <a:lnTo>
                    <a:pt x="189" y="877"/>
                  </a:lnTo>
                  <a:lnTo>
                    <a:pt x="189" y="911"/>
                  </a:lnTo>
                  <a:lnTo>
                    <a:pt x="190" y="949"/>
                  </a:lnTo>
                  <a:lnTo>
                    <a:pt x="192" y="988"/>
                  </a:lnTo>
                  <a:lnTo>
                    <a:pt x="195" y="1027"/>
                  </a:lnTo>
                  <a:lnTo>
                    <a:pt x="198" y="1063"/>
                  </a:lnTo>
                  <a:lnTo>
                    <a:pt x="203" y="1094"/>
                  </a:lnTo>
                  <a:lnTo>
                    <a:pt x="225" y="1106"/>
                  </a:lnTo>
                  <a:lnTo>
                    <a:pt x="251" y="1119"/>
                  </a:lnTo>
                  <a:lnTo>
                    <a:pt x="283" y="1136"/>
                  </a:lnTo>
                  <a:lnTo>
                    <a:pt x="320" y="1152"/>
                  </a:lnTo>
                  <a:lnTo>
                    <a:pt x="362" y="1172"/>
                  </a:lnTo>
                  <a:lnTo>
                    <a:pt x="409" y="1191"/>
                  </a:lnTo>
                  <a:lnTo>
                    <a:pt x="462" y="1211"/>
                  </a:lnTo>
                  <a:lnTo>
                    <a:pt x="519" y="1232"/>
                  </a:lnTo>
                  <a:lnTo>
                    <a:pt x="580" y="1252"/>
                  </a:lnTo>
                  <a:lnTo>
                    <a:pt x="647" y="1273"/>
                  </a:lnTo>
                  <a:lnTo>
                    <a:pt x="719" y="1293"/>
                  </a:lnTo>
                  <a:lnTo>
                    <a:pt x="794" y="1311"/>
                  </a:lnTo>
                  <a:lnTo>
                    <a:pt x="875" y="1328"/>
                  </a:lnTo>
                  <a:lnTo>
                    <a:pt x="959" y="1343"/>
                  </a:lnTo>
                  <a:lnTo>
                    <a:pt x="1047" y="1357"/>
                  </a:lnTo>
                  <a:lnTo>
                    <a:pt x="1140" y="1368"/>
                  </a:lnTo>
                  <a:lnTo>
                    <a:pt x="1237" y="1376"/>
                  </a:lnTo>
                  <a:lnTo>
                    <a:pt x="1339" y="1382"/>
                  </a:lnTo>
                  <a:lnTo>
                    <a:pt x="1444" y="1383"/>
                  </a:lnTo>
                  <a:lnTo>
                    <a:pt x="1549" y="1382"/>
                  </a:lnTo>
                  <a:lnTo>
                    <a:pt x="1651" y="1376"/>
                  </a:lnTo>
                  <a:lnTo>
                    <a:pt x="1748" y="1368"/>
                  </a:lnTo>
                  <a:lnTo>
                    <a:pt x="1841" y="1357"/>
                  </a:lnTo>
                  <a:lnTo>
                    <a:pt x="1929" y="1343"/>
                  </a:lnTo>
                  <a:lnTo>
                    <a:pt x="2014" y="1328"/>
                  </a:lnTo>
                  <a:lnTo>
                    <a:pt x="2095" y="1311"/>
                  </a:lnTo>
                  <a:lnTo>
                    <a:pt x="2170" y="1293"/>
                  </a:lnTo>
                  <a:lnTo>
                    <a:pt x="2241" y="1273"/>
                  </a:lnTo>
                  <a:lnTo>
                    <a:pt x="2307" y="1253"/>
                  </a:lnTo>
                  <a:lnTo>
                    <a:pt x="2369" y="1233"/>
                  </a:lnTo>
                  <a:lnTo>
                    <a:pt x="2426" y="1212"/>
                  </a:lnTo>
                  <a:lnTo>
                    <a:pt x="2479" y="1191"/>
                  </a:lnTo>
                  <a:lnTo>
                    <a:pt x="2525" y="1172"/>
                  </a:lnTo>
                  <a:lnTo>
                    <a:pt x="2568" y="1153"/>
                  </a:lnTo>
                  <a:lnTo>
                    <a:pt x="2604" y="1136"/>
                  </a:lnTo>
                  <a:lnTo>
                    <a:pt x="2636" y="1120"/>
                  </a:lnTo>
                  <a:lnTo>
                    <a:pt x="2662" y="1107"/>
                  </a:lnTo>
                  <a:lnTo>
                    <a:pt x="2682" y="1094"/>
                  </a:lnTo>
                  <a:lnTo>
                    <a:pt x="2688" y="1063"/>
                  </a:lnTo>
                  <a:lnTo>
                    <a:pt x="2692" y="1027"/>
                  </a:lnTo>
                  <a:lnTo>
                    <a:pt x="2695" y="989"/>
                  </a:lnTo>
                  <a:lnTo>
                    <a:pt x="2697" y="950"/>
                  </a:lnTo>
                  <a:lnTo>
                    <a:pt x="2697" y="911"/>
                  </a:lnTo>
                  <a:lnTo>
                    <a:pt x="2698" y="877"/>
                  </a:lnTo>
                  <a:lnTo>
                    <a:pt x="2697" y="860"/>
                  </a:lnTo>
                  <a:lnTo>
                    <a:pt x="2696" y="826"/>
                  </a:lnTo>
                  <a:lnTo>
                    <a:pt x="2694" y="791"/>
                  </a:lnTo>
                  <a:lnTo>
                    <a:pt x="2691" y="756"/>
                  </a:lnTo>
                  <a:lnTo>
                    <a:pt x="2687" y="722"/>
                  </a:lnTo>
                  <a:lnTo>
                    <a:pt x="2680" y="688"/>
                  </a:lnTo>
                  <a:lnTo>
                    <a:pt x="2673" y="656"/>
                  </a:lnTo>
                  <a:lnTo>
                    <a:pt x="2663" y="625"/>
                  </a:lnTo>
                  <a:lnTo>
                    <a:pt x="2650" y="595"/>
                  </a:lnTo>
                  <a:lnTo>
                    <a:pt x="2636" y="567"/>
                  </a:lnTo>
                  <a:lnTo>
                    <a:pt x="2617" y="541"/>
                  </a:lnTo>
                  <a:lnTo>
                    <a:pt x="2597" y="519"/>
                  </a:lnTo>
                  <a:lnTo>
                    <a:pt x="2572" y="498"/>
                  </a:lnTo>
                  <a:lnTo>
                    <a:pt x="2543" y="481"/>
                  </a:lnTo>
                  <a:lnTo>
                    <a:pt x="2510" y="466"/>
                  </a:lnTo>
                  <a:lnTo>
                    <a:pt x="2455" y="452"/>
                  </a:lnTo>
                  <a:lnTo>
                    <a:pt x="2401" y="435"/>
                  </a:lnTo>
                  <a:lnTo>
                    <a:pt x="2350" y="416"/>
                  </a:lnTo>
                  <a:lnTo>
                    <a:pt x="2300" y="398"/>
                  </a:lnTo>
                  <a:lnTo>
                    <a:pt x="2252" y="379"/>
                  </a:lnTo>
                  <a:lnTo>
                    <a:pt x="2205" y="359"/>
                  </a:lnTo>
                  <a:lnTo>
                    <a:pt x="2162" y="339"/>
                  </a:lnTo>
                  <a:lnTo>
                    <a:pt x="2119" y="318"/>
                  </a:lnTo>
                  <a:lnTo>
                    <a:pt x="2080" y="299"/>
                  </a:lnTo>
                  <a:lnTo>
                    <a:pt x="2044" y="279"/>
                  </a:lnTo>
                  <a:lnTo>
                    <a:pt x="2011" y="261"/>
                  </a:lnTo>
                  <a:lnTo>
                    <a:pt x="1980" y="244"/>
                  </a:lnTo>
                  <a:lnTo>
                    <a:pt x="1953" y="227"/>
                  </a:lnTo>
                  <a:lnTo>
                    <a:pt x="1929" y="213"/>
                  </a:lnTo>
                  <a:lnTo>
                    <a:pt x="1910" y="200"/>
                  </a:lnTo>
                  <a:lnTo>
                    <a:pt x="1893" y="190"/>
                  </a:lnTo>
                  <a:lnTo>
                    <a:pt x="1881" y="182"/>
                  </a:lnTo>
                  <a:lnTo>
                    <a:pt x="1873" y="176"/>
                  </a:lnTo>
                  <a:lnTo>
                    <a:pt x="1868" y="173"/>
                  </a:lnTo>
                  <a:lnTo>
                    <a:pt x="1852" y="158"/>
                  </a:lnTo>
                  <a:lnTo>
                    <a:pt x="1840" y="142"/>
                  </a:lnTo>
                  <a:lnTo>
                    <a:pt x="1831" y="122"/>
                  </a:lnTo>
                  <a:lnTo>
                    <a:pt x="1828" y="101"/>
                  </a:lnTo>
                  <a:lnTo>
                    <a:pt x="1829" y="81"/>
                  </a:lnTo>
                  <a:lnTo>
                    <a:pt x="1834" y="60"/>
                  </a:lnTo>
                  <a:lnTo>
                    <a:pt x="1845" y="41"/>
                  </a:lnTo>
                  <a:lnTo>
                    <a:pt x="1859" y="25"/>
                  </a:lnTo>
                  <a:lnTo>
                    <a:pt x="1877" y="12"/>
                  </a:lnTo>
                  <a:lnTo>
                    <a:pt x="1896" y="4"/>
                  </a:lnTo>
                  <a:lnTo>
                    <a:pt x="1917" y="1"/>
                  </a:lnTo>
                  <a:lnTo>
                    <a:pt x="1938" y="2"/>
                  </a:lnTo>
                  <a:lnTo>
                    <a:pt x="1957" y="7"/>
                  </a:lnTo>
                  <a:lnTo>
                    <a:pt x="1977" y="18"/>
                  </a:lnTo>
                  <a:lnTo>
                    <a:pt x="1980" y="20"/>
                  </a:lnTo>
                  <a:lnTo>
                    <a:pt x="1987" y="25"/>
                  </a:lnTo>
                  <a:lnTo>
                    <a:pt x="2000" y="32"/>
                  </a:lnTo>
                  <a:lnTo>
                    <a:pt x="2015" y="42"/>
                  </a:lnTo>
                  <a:lnTo>
                    <a:pt x="2035" y="55"/>
                  </a:lnTo>
                  <a:lnTo>
                    <a:pt x="2060" y="69"/>
                  </a:lnTo>
                  <a:lnTo>
                    <a:pt x="2086" y="86"/>
                  </a:lnTo>
                  <a:lnTo>
                    <a:pt x="2117" y="102"/>
                  </a:lnTo>
                  <a:lnTo>
                    <a:pt x="2150" y="121"/>
                  </a:lnTo>
                  <a:lnTo>
                    <a:pt x="2188" y="141"/>
                  </a:lnTo>
                  <a:lnTo>
                    <a:pt x="2227" y="159"/>
                  </a:lnTo>
                  <a:lnTo>
                    <a:pt x="2269" y="179"/>
                  </a:lnTo>
                  <a:lnTo>
                    <a:pt x="2313" y="198"/>
                  </a:lnTo>
                  <a:lnTo>
                    <a:pt x="2359" y="218"/>
                  </a:lnTo>
                  <a:lnTo>
                    <a:pt x="2408" y="236"/>
                  </a:lnTo>
                  <a:lnTo>
                    <a:pt x="2457" y="253"/>
                  </a:lnTo>
                  <a:lnTo>
                    <a:pt x="2508" y="269"/>
                  </a:lnTo>
                  <a:lnTo>
                    <a:pt x="2561" y="283"/>
                  </a:lnTo>
                  <a:lnTo>
                    <a:pt x="2564" y="284"/>
                  </a:lnTo>
                  <a:lnTo>
                    <a:pt x="2568" y="285"/>
                  </a:lnTo>
                  <a:lnTo>
                    <a:pt x="2611" y="303"/>
                  </a:lnTo>
                  <a:lnTo>
                    <a:pt x="2650" y="323"/>
                  </a:lnTo>
                  <a:lnTo>
                    <a:pt x="2685" y="346"/>
                  </a:lnTo>
                  <a:lnTo>
                    <a:pt x="2718" y="371"/>
                  </a:lnTo>
                  <a:lnTo>
                    <a:pt x="2745" y="399"/>
                  </a:lnTo>
                  <a:lnTo>
                    <a:pt x="2770" y="428"/>
                  </a:lnTo>
                  <a:lnTo>
                    <a:pt x="2791" y="459"/>
                  </a:lnTo>
                  <a:lnTo>
                    <a:pt x="2810" y="491"/>
                  </a:lnTo>
                  <a:lnTo>
                    <a:pt x="2826" y="524"/>
                  </a:lnTo>
                  <a:lnTo>
                    <a:pt x="2839" y="557"/>
                  </a:lnTo>
                  <a:lnTo>
                    <a:pt x="2851" y="590"/>
                  </a:lnTo>
                  <a:lnTo>
                    <a:pt x="2860" y="624"/>
                  </a:lnTo>
                  <a:lnTo>
                    <a:pt x="2867" y="657"/>
                  </a:lnTo>
                  <a:lnTo>
                    <a:pt x="2872" y="690"/>
                  </a:lnTo>
                  <a:lnTo>
                    <a:pt x="2878" y="721"/>
                  </a:lnTo>
                  <a:lnTo>
                    <a:pt x="2881" y="751"/>
                  </a:lnTo>
                  <a:lnTo>
                    <a:pt x="2883" y="780"/>
                  </a:lnTo>
                  <a:lnTo>
                    <a:pt x="2884" y="807"/>
                  </a:lnTo>
                  <a:lnTo>
                    <a:pt x="2885" y="832"/>
                  </a:lnTo>
                  <a:lnTo>
                    <a:pt x="2886" y="855"/>
                  </a:lnTo>
                  <a:lnTo>
                    <a:pt x="2886" y="864"/>
                  </a:lnTo>
                  <a:lnTo>
                    <a:pt x="2887" y="872"/>
                  </a:lnTo>
                  <a:lnTo>
                    <a:pt x="2887" y="874"/>
                  </a:lnTo>
                  <a:lnTo>
                    <a:pt x="2887" y="888"/>
                  </a:lnTo>
                  <a:lnTo>
                    <a:pt x="2887" y="907"/>
                  </a:lnTo>
                  <a:lnTo>
                    <a:pt x="2886" y="933"/>
                  </a:lnTo>
                  <a:lnTo>
                    <a:pt x="2886" y="962"/>
                  </a:lnTo>
                  <a:lnTo>
                    <a:pt x="2884" y="994"/>
                  </a:lnTo>
                  <a:lnTo>
                    <a:pt x="2882" y="1029"/>
                  </a:lnTo>
                  <a:lnTo>
                    <a:pt x="2879" y="1064"/>
                  </a:lnTo>
                  <a:lnTo>
                    <a:pt x="2875" y="1099"/>
                  </a:lnTo>
                  <a:lnTo>
                    <a:pt x="2868" y="1133"/>
                  </a:lnTo>
                  <a:lnTo>
                    <a:pt x="2861" y="1165"/>
                  </a:lnTo>
                  <a:lnTo>
                    <a:pt x="2853" y="1191"/>
                  </a:lnTo>
                  <a:lnTo>
                    <a:pt x="2844" y="1209"/>
                  </a:lnTo>
                  <a:lnTo>
                    <a:pt x="2831" y="1225"/>
                  </a:lnTo>
                  <a:lnTo>
                    <a:pt x="2817" y="1236"/>
                  </a:lnTo>
                  <a:lnTo>
                    <a:pt x="2812" y="1239"/>
                  </a:lnTo>
                  <a:lnTo>
                    <a:pt x="2802" y="1245"/>
                  </a:lnTo>
                  <a:lnTo>
                    <a:pt x="2788" y="1253"/>
                  </a:lnTo>
                  <a:lnTo>
                    <a:pt x="2769" y="1264"/>
                  </a:lnTo>
                  <a:lnTo>
                    <a:pt x="2746" y="1276"/>
                  </a:lnTo>
                  <a:lnTo>
                    <a:pt x="2720" y="1291"/>
                  </a:lnTo>
                  <a:lnTo>
                    <a:pt x="2688" y="1306"/>
                  </a:lnTo>
                  <a:lnTo>
                    <a:pt x="2651" y="1324"/>
                  </a:lnTo>
                  <a:lnTo>
                    <a:pt x="2612" y="1341"/>
                  </a:lnTo>
                  <a:lnTo>
                    <a:pt x="2568" y="1360"/>
                  </a:lnTo>
                  <a:lnTo>
                    <a:pt x="2519" y="1380"/>
                  </a:lnTo>
                  <a:lnTo>
                    <a:pt x="2467" y="1399"/>
                  </a:lnTo>
                  <a:lnTo>
                    <a:pt x="2411" y="1419"/>
                  </a:lnTo>
                  <a:lnTo>
                    <a:pt x="2351" y="1438"/>
                  </a:lnTo>
                  <a:lnTo>
                    <a:pt x="2287" y="1458"/>
                  </a:lnTo>
                  <a:lnTo>
                    <a:pt x="2219" y="1477"/>
                  </a:lnTo>
                  <a:lnTo>
                    <a:pt x="2146" y="1494"/>
                  </a:lnTo>
                  <a:lnTo>
                    <a:pt x="2071" y="1510"/>
                  </a:lnTo>
                  <a:lnTo>
                    <a:pt x="1992" y="1525"/>
                  </a:lnTo>
                  <a:lnTo>
                    <a:pt x="1910" y="1539"/>
                  </a:lnTo>
                  <a:lnTo>
                    <a:pt x="1823" y="1550"/>
                  </a:lnTo>
                  <a:lnTo>
                    <a:pt x="1734" y="1559"/>
                  </a:lnTo>
                  <a:lnTo>
                    <a:pt x="1640" y="1567"/>
                  </a:lnTo>
                  <a:lnTo>
                    <a:pt x="1544" y="1571"/>
                  </a:lnTo>
                  <a:lnTo>
                    <a:pt x="1444" y="1572"/>
                  </a:lnTo>
                  <a:lnTo>
                    <a:pt x="1341" y="1571"/>
                  </a:lnTo>
                  <a:lnTo>
                    <a:pt x="1240" y="1566"/>
                  </a:lnTo>
                  <a:lnTo>
                    <a:pt x="1143" y="1558"/>
                  </a:lnTo>
                  <a:lnTo>
                    <a:pt x="1050" y="1548"/>
                  </a:lnTo>
                  <a:lnTo>
                    <a:pt x="962" y="1536"/>
                  </a:lnTo>
                  <a:lnTo>
                    <a:pt x="876" y="1522"/>
                  </a:lnTo>
                  <a:lnTo>
                    <a:pt x="795" y="1506"/>
                  </a:lnTo>
                  <a:lnTo>
                    <a:pt x="718" y="1488"/>
                  </a:lnTo>
                  <a:lnTo>
                    <a:pt x="645" y="1469"/>
                  </a:lnTo>
                  <a:lnTo>
                    <a:pt x="575" y="1450"/>
                  </a:lnTo>
                  <a:lnTo>
                    <a:pt x="510" y="1430"/>
                  </a:lnTo>
                  <a:lnTo>
                    <a:pt x="449" y="1409"/>
                  </a:lnTo>
                  <a:lnTo>
                    <a:pt x="392" y="1389"/>
                  </a:lnTo>
                  <a:lnTo>
                    <a:pt x="341" y="1368"/>
                  </a:lnTo>
                  <a:lnTo>
                    <a:pt x="293" y="1349"/>
                  </a:lnTo>
                  <a:lnTo>
                    <a:pt x="250" y="1330"/>
                  </a:lnTo>
                  <a:lnTo>
                    <a:pt x="211" y="1311"/>
                  </a:lnTo>
                  <a:lnTo>
                    <a:pt x="177" y="1295"/>
                  </a:lnTo>
                  <a:lnTo>
                    <a:pt x="148" y="1279"/>
                  </a:lnTo>
                  <a:lnTo>
                    <a:pt x="123" y="1266"/>
                  </a:lnTo>
                  <a:lnTo>
                    <a:pt x="103" y="1254"/>
                  </a:lnTo>
                  <a:lnTo>
                    <a:pt x="88" y="1246"/>
                  </a:lnTo>
                  <a:lnTo>
                    <a:pt x="77" y="1239"/>
                  </a:lnTo>
                  <a:lnTo>
                    <a:pt x="72" y="1236"/>
                  </a:lnTo>
                  <a:lnTo>
                    <a:pt x="57" y="1225"/>
                  </a:lnTo>
                  <a:lnTo>
                    <a:pt x="44" y="1209"/>
                  </a:lnTo>
                  <a:lnTo>
                    <a:pt x="36" y="1191"/>
                  </a:lnTo>
                  <a:lnTo>
                    <a:pt x="27" y="1164"/>
                  </a:lnTo>
                  <a:lnTo>
                    <a:pt x="20" y="1133"/>
                  </a:lnTo>
                  <a:lnTo>
                    <a:pt x="13" y="1098"/>
                  </a:lnTo>
                  <a:lnTo>
                    <a:pt x="8" y="1063"/>
                  </a:lnTo>
                  <a:lnTo>
                    <a:pt x="5" y="1028"/>
                  </a:lnTo>
                  <a:lnTo>
                    <a:pt x="3" y="994"/>
                  </a:lnTo>
                  <a:lnTo>
                    <a:pt x="1" y="961"/>
                  </a:lnTo>
                  <a:lnTo>
                    <a:pt x="0" y="932"/>
                  </a:lnTo>
                  <a:lnTo>
                    <a:pt x="0" y="907"/>
                  </a:lnTo>
                  <a:lnTo>
                    <a:pt x="0" y="887"/>
                  </a:lnTo>
                  <a:lnTo>
                    <a:pt x="0" y="873"/>
                  </a:lnTo>
                  <a:lnTo>
                    <a:pt x="0" y="871"/>
                  </a:lnTo>
                  <a:lnTo>
                    <a:pt x="1" y="854"/>
                  </a:lnTo>
                  <a:lnTo>
                    <a:pt x="1" y="832"/>
                  </a:lnTo>
                  <a:lnTo>
                    <a:pt x="2" y="807"/>
                  </a:lnTo>
                  <a:lnTo>
                    <a:pt x="4" y="780"/>
                  </a:lnTo>
                  <a:lnTo>
                    <a:pt x="6" y="751"/>
                  </a:lnTo>
                  <a:lnTo>
                    <a:pt x="9" y="721"/>
                  </a:lnTo>
                  <a:lnTo>
                    <a:pt x="13" y="689"/>
                  </a:lnTo>
                  <a:lnTo>
                    <a:pt x="20" y="657"/>
                  </a:lnTo>
                  <a:lnTo>
                    <a:pt x="27" y="624"/>
                  </a:lnTo>
                  <a:lnTo>
                    <a:pt x="36" y="590"/>
                  </a:lnTo>
                  <a:lnTo>
                    <a:pt x="48" y="557"/>
                  </a:lnTo>
                  <a:lnTo>
                    <a:pt x="61" y="523"/>
                  </a:lnTo>
                  <a:lnTo>
                    <a:pt x="76" y="491"/>
                  </a:lnTo>
                  <a:lnTo>
                    <a:pt x="95" y="459"/>
                  </a:lnTo>
                  <a:lnTo>
                    <a:pt x="117" y="428"/>
                  </a:lnTo>
                  <a:lnTo>
                    <a:pt x="142" y="399"/>
                  </a:lnTo>
                  <a:lnTo>
                    <a:pt x="169" y="371"/>
                  </a:lnTo>
                  <a:lnTo>
                    <a:pt x="200" y="345"/>
                  </a:lnTo>
                  <a:lnTo>
                    <a:pt x="237" y="322"/>
                  </a:lnTo>
                  <a:lnTo>
                    <a:pt x="276" y="302"/>
                  </a:lnTo>
                  <a:lnTo>
                    <a:pt x="319" y="285"/>
                  </a:lnTo>
                  <a:lnTo>
                    <a:pt x="322" y="284"/>
                  </a:lnTo>
                  <a:lnTo>
                    <a:pt x="326" y="283"/>
                  </a:lnTo>
                  <a:lnTo>
                    <a:pt x="379" y="269"/>
                  </a:lnTo>
                  <a:lnTo>
                    <a:pt x="430" y="252"/>
                  </a:lnTo>
                  <a:lnTo>
                    <a:pt x="479" y="236"/>
                  </a:lnTo>
                  <a:lnTo>
                    <a:pt x="528" y="217"/>
                  </a:lnTo>
                  <a:lnTo>
                    <a:pt x="574" y="197"/>
                  </a:lnTo>
                  <a:lnTo>
                    <a:pt x="619" y="179"/>
                  </a:lnTo>
                  <a:lnTo>
                    <a:pt x="660" y="159"/>
                  </a:lnTo>
                  <a:lnTo>
                    <a:pt x="699" y="140"/>
                  </a:lnTo>
                  <a:lnTo>
                    <a:pt x="736" y="120"/>
                  </a:lnTo>
                  <a:lnTo>
                    <a:pt x="769" y="102"/>
                  </a:lnTo>
                  <a:lnTo>
                    <a:pt x="800" y="85"/>
                  </a:lnTo>
                  <a:lnTo>
                    <a:pt x="827" y="69"/>
                  </a:lnTo>
                  <a:lnTo>
                    <a:pt x="851" y="55"/>
                  </a:lnTo>
                  <a:lnTo>
                    <a:pt x="872" y="42"/>
                  </a:lnTo>
                  <a:lnTo>
                    <a:pt x="887" y="32"/>
                  </a:lnTo>
                  <a:lnTo>
                    <a:pt x="900" y="24"/>
                  </a:lnTo>
                  <a:lnTo>
                    <a:pt x="907" y="19"/>
                  </a:lnTo>
                  <a:lnTo>
                    <a:pt x="910" y="17"/>
                  </a:lnTo>
                  <a:lnTo>
                    <a:pt x="929" y="6"/>
                  </a:lnTo>
                  <a:lnTo>
                    <a:pt x="949" y="1"/>
                  </a:lnTo>
                  <a:lnTo>
                    <a:pt x="9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31" name="Group 42"/>
          <p:cNvGrpSpPr/>
          <p:nvPr/>
        </p:nvGrpSpPr>
        <p:grpSpPr>
          <a:xfrm>
            <a:off x="7296708" y="3403492"/>
            <a:ext cx="259355" cy="323952"/>
            <a:chOff x="2611438" y="2698750"/>
            <a:chExt cx="427038" cy="533400"/>
          </a:xfrm>
          <a:gradFill>
            <a:gsLst>
              <a:gs pos="0">
                <a:srgbClr val="324C64"/>
              </a:gs>
              <a:gs pos="100000">
                <a:srgbClr val="283C4F"/>
              </a:gs>
            </a:gsLst>
            <a:lin ang="2700000" scaled="1"/>
          </a:gradFill>
        </p:grpSpPr>
        <p:sp>
          <p:nvSpPr>
            <p:cNvPr id="132" name="Freeform 126"/>
            <p:cNvSpPr>
              <a:spLocks noEditPoints="1"/>
            </p:cNvSpPr>
            <p:nvPr/>
          </p:nvSpPr>
          <p:spPr bwMode="auto">
            <a:xfrm>
              <a:off x="2611438" y="2698750"/>
              <a:ext cx="427038" cy="533400"/>
            </a:xfrm>
            <a:custGeom>
              <a:avLst/>
              <a:gdLst>
                <a:gd name="T0" fmla="*/ 1093 w 2693"/>
                <a:gd name="T1" fmla="*/ 218 h 3358"/>
                <a:gd name="T2" fmla="*/ 787 w 2693"/>
                <a:gd name="T3" fmla="*/ 335 h 3358"/>
                <a:gd name="T4" fmla="*/ 530 w 2693"/>
                <a:gd name="T5" fmla="*/ 529 h 3358"/>
                <a:gd name="T6" fmla="*/ 335 w 2693"/>
                <a:gd name="T7" fmla="*/ 786 h 3358"/>
                <a:gd name="T8" fmla="*/ 218 w 2693"/>
                <a:gd name="T9" fmla="*/ 1093 h 3358"/>
                <a:gd name="T10" fmla="*/ 193 w 2693"/>
                <a:gd name="T11" fmla="*/ 1420 h 3358"/>
                <a:gd name="T12" fmla="*/ 212 w 2693"/>
                <a:gd name="T13" fmla="*/ 1569 h 3358"/>
                <a:gd name="T14" fmla="*/ 218 w 2693"/>
                <a:gd name="T15" fmla="*/ 1600 h 3358"/>
                <a:gd name="T16" fmla="*/ 297 w 2693"/>
                <a:gd name="T17" fmla="*/ 1831 h 3358"/>
                <a:gd name="T18" fmla="*/ 323 w 2693"/>
                <a:gd name="T19" fmla="*/ 1891 h 3358"/>
                <a:gd name="T20" fmla="*/ 459 w 2693"/>
                <a:gd name="T21" fmla="*/ 2149 h 3358"/>
                <a:gd name="T22" fmla="*/ 666 w 2693"/>
                <a:gd name="T23" fmla="*/ 2449 h 3358"/>
                <a:gd name="T24" fmla="*/ 956 w 2693"/>
                <a:gd name="T25" fmla="*/ 2783 h 3358"/>
                <a:gd name="T26" fmla="*/ 1345 w 2693"/>
                <a:gd name="T27" fmla="*/ 3140 h 3358"/>
                <a:gd name="T28" fmla="*/ 1735 w 2693"/>
                <a:gd name="T29" fmla="*/ 2783 h 3358"/>
                <a:gd name="T30" fmla="*/ 2025 w 2693"/>
                <a:gd name="T31" fmla="*/ 2449 h 3358"/>
                <a:gd name="T32" fmla="*/ 2232 w 2693"/>
                <a:gd name="T33" fmla="*/ 2149 h 3358"/>
                <a:gd name="T34" fmla="*/ 2368 w 2693"/>
                <a:gd name="T35" fmla="*/ 1891 h 3358"/>
                <a:gd name="T36" fmla="*/ 2395 w 2693"/>
                <a:gd name="T37" fmla="*/ 1831 h 3358"/>
                <a:gd name="T38" fmla="*/ 2473 w 2693"/>
                <a:gd name="T39" fmla="*/ 1600 h 3358"/>
                <a:gd name="T40" fmla="*/ 2479 w 2693"/>
                <a:gd name="T41" fmla="*/ 1568 h 3358"/>
                <a:gd name="T42" fmla="*/ 2501 w 2693"/>
                <a:gd name="T43" fmla="*/ 1346 h 3358"/>
                <a:gd name="T44" fmla="*/ 2452 w 2693"/>
                <a:gd name="T45" fmla="*/ 1012 h 3358"/>
                <a:gd name="T46" fmla="*/ 2315 w 2693"/>
                <a:gd name="T47" fmla="*/ 717 h 3358"/>
                <a:gd name="T48" fmla="*/ 2103 w 2693"/>
                <a:gd name="T49" fmla="*/ 474 h 3358"/>
                <a:gd name="T50" fmla="*/ 1832 w 2693"/>
                <a:gd name="T51" fmla="*/ 297 h 3358"/>
                <a:gd name="T52" fmla="*/ 1516 w 2693"/>
                <a:gd name="T53" fmla="*/ 202 h 3358"/>
                <a:gd name="T54" fmla="*/ 1437 w 2693"/>
                <a:gd name="T55" fmla="*/ 3 h 3358"/>
                <a:gd name="T56" fmla="*/ 1787 w 2693"/>
                <a:gd name="T57" fmla="*/ 75 h 3358"/>
                <a:gd name="T58" fmla="*/ 2098 w 2693"/>
                <a:gd name="T59" fmla="*/ 231 h 3358"/>
                <a:gd name="T60" fmla="*/ 2356 w 2693"/>
                <a:gd name="T61" fmla="*/ 458 h 3358"/>
                <a:gd name="T62" fmla="*/ 2549 w 2693"/>
                <a:gd name="T63" fmla="*/ 744 h 3358"/>
                <a:gd name="T64" fmla="*/ 2664 w 2693"/>
                <a:gd name="T65" fmla="*/ 1075 h 3358"/>
                <a:gd name="T66" fmla="*/ 2690 w 2693"/>
                <a:gd name="T67" fmla="*/ 1431 h 3358"/>
                <a:gd name="T68" fmla="*/ 2666 w 2693"/>
                <a:gd name="T69" fmla="*/ 1614 h 3358"/>
                <a:gd name="T70" fmla="*/ 2621 w 2693"/>
                <a:gd name="T71" fmla="*/ 1779 h 3358"/>
                <a:gd name="T72" fmla="*/ 2514 w 2693"/>
                <a:gd name="T73" fmla="*/ 2030 h 3358"/>
                <a:gd name="T74" fmla="*/ 2359 w 2693"/>
                <a:gd name="T75" fmla="*/ 2307 h 3358"/>
                <a:gd name="T76" fmla="*/ 2131 w 2693"/>
                <a:gd name="T77" fmla="*/ 2623 h 3358"/>
                <a:gd name="T78" fmla="*/ 1818 w 2693"/>
                <a:gd name="T79" fmla="*/ 2970 h 3358"/>
                <a:gd name="T80" fmla="*/ 1407 w 2693"/>
                <a:gd name="T81" fmla="*/ 3337 h 3358"/>
                <a:gd name="T82" fmla="*/ 1325 w 2693"/>
                <a:gd name="T83" fmla="*/ 3356 h 3358"/>
                <a:gd name="T84" fmla="*/ 1068 w 2693"/>
                <a:gd name="T85" fmla="*/ 3152 h 3358"/>
                <a:gd name="T86" fmla="*/ 706 w 2693"/>
                <a:gd name="T87" fmla="*/ 2793 h 3358"/>
                <a:gd name="T88" fmla="*/ 438 w 2693"/>
                <a:gd name="T89" fmla="*/ 2460 h 3358"/>
                <a:gd name="T90" fmla="*/ 248 w 2693"/>
                <a:gd name="T91" fmla="*/ 2163 h 3358"/>
                <a:gd name="T92" fmla="*/ 123 w 2693"/>
                <a:gd name="T93" fmla="*/ 1910 h 3358"/>
                <a:gd name="T94" fmla="*/ 34 w 2693"/>
                <a:gd name="T95" fmla="*/ 1644 h 3358"/>
                <a:gd name="T96" fmla="*/ 24 w 2693"/>
                <a:gd name="T97" fmla="*/ 1599 h 3358"/>
                <a:gd name="T98" fmla="*/ 3 w 2693"/>
                <a:gd name="T99" fmla="*/ 1254 h 3358"/>
                <a:gd name="T100" fmla="*/ 74 w 2693"/>
                <a:gd name="T101" fmla="*/ 905 h 3358"/>
                <a:gd name="T102" fmla="*/ 231 w 2693"/>
                <a:gd name="T103" fmla="*/ 594 h 3358"/>
                <a:gd name="T104" fmla="*/ 457 w 2693"/>
                <a:gd name="T105" fmla="*/ 336 h 3358"/>
                <a:gd name="T106" fmla="*/ 743 w 2693"/>
                <a:gd name="T107" fmla="*/ 143 h 3358"/>
                <a:gd name="T108" fmla="*/ 1075 w 2693"/>
                <a:gd name="T109" fmla="*/ 28 h 33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93" h="3358">
                  <a:moveTo>
                    <a:pt x="1345" y="190"/>
                  </a:moveTo>
                  <a:lnTo>
                    <a:pt x="1260" y="193"/>
                  </a:lnTo>
                  <a:lnTo>
                    <a:pt x="1175" y="202"/>
                  </a:lnTo>
                  <a:lnTo>
                    <a:pt x="1093" y="218"/>
                  </a:lnTo>
                  <a:lnTo>
                    <a:pt x="1013" y="239"/>
                  </a:lnTo>
                  <a:lnTo>
                    <a:pt x="935" y="266"/>
                  </a:lnTo>
                  <a:lnTo>
                    <a:pt x="859" y="297"/>
                  </a:lnTo>
                  <a:lnTo>
                    <a:pt x="787" y="335"/>
                  </a:lnTo>
                  <a:lnTo>
                    <a:pt x="718" y="377"/>
                  </a:lnTo>
                  <a:lnTo>
                    <a:pt x="651" y="423"/>
                  </a:lnTo>
                  <a:lnTo>
                    <a:pt x="588" y="474"/>
                  </a:lnTo>
                  <a:lnTo>
                    <a:pt x="530" y="529"/>
                  </a:lnTo>
                  <a:lnTo>
                    <a:pt x="475" y="588"/>
                  </a:lnTo>
                  <a:lnTo>
                    <a:pt x="424" y="651"/>
                  </a:lnTo>
                  <a:lnTo>
                    <a:pt x="377" y="717"/>
                  </a:lnTo>
                  <a:lnTo>
                    <a:pt x="335" y="786"/>
                  </a:lnTo>
                  <a:lnTo>
                    <a:pt x="298" y="859"/>
                  </a:lnTo>
                  <a:lnTo>
                    <a:pt x="266" y="934"/>
                  </a:lnTo>
                  <a:lnTo>
                    <a:pt x="240" y="1012"/>
                  </a:lnTo>
                  <a:lnTo>
                    <a:pt x="218" y="1093"/>
                  </a:lnTo>
                  <a:lnTo>
                    <a:pt x="203" y="1175"/>
                  </a:lnTo>
                  <a:lnTo>
                    <a:pt x="194" y="1259"/>
                  </a:lnTo>
                  <a:lnTo>
                    <a:pt x="191" y="1346"/>
                  </a:lnTo>
                  <a:lnTo>
                    <a:pt x="193" y="1420"/>
                  </a:lnTo>
                  <a:lnTo>
                    <a:pt x="200" y="1493"/>
                  </a:lnTo>
                  <a:lnTo>
                    <a:pt x="211" y="1566"/>
                  </a:lnTo>
                  <a:lnTo>
                    <a:pt x="211" y="1568"/>
                  </a:lnTo>
                  <a:lnTo>
                    <a:pt x="212" y="1569"/>
                  </a:lnTo>
                  <a:lnTo>
                    <a:pt x="212" y="1571"/>
                  </a:lnTo>
                  <a:lnTo>
                    <a:pt x="213" y="1576"/>
                  </a:lnTo>
                  <a:lnTo>
                    <a:pt x="215" y="1586"/>
                  </a:lnTo>
                  <a:lnTo>
                    <a:pt x="218" y="1600"/>
                  </a:lnTo>
                  <a:lnTo>
                    <a:pt x="218" y="1602"/>
                  </a:lnTo>
                  <a:lnTo>
                    <a:pt x="240" y="1680"/>
                  </a:lnTo>
                  <a:lnTo>
                    <a:pt x="265" y="1757"/>
                  </a:lnTo>
                  <a:lnTo>
                    <a:pt x="297" y="1831"/>
                  </a:lnTo>
                  <a:lnTo>
                    <a:pt x="297" y="1832"/>
                  </a:lnTo>
                  <a:lnTo>
                    <a:pt x="297" y="1833"/>
                  </a:lnTo>
                  <a:lnTo>
                    <a:pt x="298" y="1834"/>
                  </a:lnTo>
                  <a:lnTo>
                    <a:pt x="323" y="1891"/>
                  </a:lnTo>
                  <a:lnTo>
                    <a:pt x="351" y="1951"/>
                  </a:lnTo>
                  <a:lnTo>
                    <a:pt x="384" y="2014"/>
                  </a:lnTo>
                  <a:lnTo>
                    <a:pt x="420" y="2080"/>
                  </a:lnTo>
                  <a:lnTo>
                    <a:pt x="459" y="2149"/>
                  </a:lnTo>
                  <a:lnTo>
                    <a:pt x="504" y="2220"/>
                  </a:lnTo>
                  <a:lnTo>
                    <a:pt x="553" y="2295"/>
                  </a:lnTo>
                  <a:lnTo>
                    <a:pt x="607" y="2371"/>
                  </a:lnTo>
                  <a:lnTo>
                    <a:pt x="666" y="2449"/>
                  </a:lnTo>
                  <a:lnTo>
                    <a:pt x="730" y="2531"/>
                  </a:lnTo>
                  <a:lnTo>
                    <a:pt x="800" y="2612"/>
                  </a:lnTo>
                  <a:lnTo>
                    <a:pt x="876" y="2697"/>
                  </a:lnTo>
                  <a:lnTo>
                    <a:pt x="956" y="2783"/>
                  </a:lnTo>
                  <a:lnTo>
                    <a:pt x="1044" y="2871"/>
                  </a:lnTo>
                  <a:lnTo>
                    <a:pt x="1138" y="2960"/>
                  </a:lnTo>
                  <a:lnTo>
                    <a:pt x="1238" y="3049"/>
                  </a:lnTo>
                  <a:lnTo>
                    <a:pt x="1345" y="3140"/>
                  </a:lnTo>
                  <a:lnTo>
                    <a:pt x="1453" y="3049"/>
                  </a:lnTo>
                  <a:lnTo>
                    <a:pt x="1554" y="2960"/>
                  </a:lnTo>
                  <a:lnTo>
                    <a:pt x="1648" y="2871"/>
                  </a:lnTo>
                  <a:lnTo>
                    <a:pt x="1735" y="2783"/>
                  </a:lnTo>
                  <a:lnTo>
                    <a:pt x="1816" y="2697"/>
                  </a:lnTo>
                  <a:lnTo>
                    <a:pt x="1892" y="2612"/>
                  </a:lnTo>
                  <a:lnTo>
                    <a:pt x="1961" y="2531"/>
                  </a:lnTo>
                  <a:lnTo>
                    <a:pt x="2025" y="2449"/>
                  </a:lnTo>
                  <a:lnTo>
                    <a:pt x="2084" y="2371"/>
                  </a:lnTo>
                  <a:lnTo>
                    <a:pt x="2139" y="2295"/>
                  </a:lnTo>
                  <a:lnTo>
                    <a:pt x="2188" y="2220"/>
                  </a:lnTo>
                  <a:lnTo>
                    <a:pt x="2232" y="2149"/>
                  </a:lnTo>
                  <a:lnTo>
                    <a:pt x="2272" y="2080"/>
                  </a:lnTo>
                  <a:lnTo>
                    <a:pt x="2308" y="2014"/>
                  </a:lnTo>
                  <a:lnTo>
                    <a:pt x="2341" y="1951"/>
                  </a:lnTo>
                  <a:lnTo>
                    <a:pt x="2368" y="1891"/>
                  </a:lnTo>
                  <a:lnTo>
                    <a:pt x="2394" y="1834"/>
                  </a:lnTo>
                  <a:lnTo>
                    <a:pt x="2394" y="1833"/>
                  </a:lnTo>
                  <a:lnTo>
                    <a:pt x="2395" y="1832"/>
                  </a:lnTo>
                  <a:lnTo>
                    <a:pt x="2395" y="1831"/>
                  </a:lnTo>
                  <a:lnTo>
                    <a:pt x="2426" y="1757"/>
                  </a:lnTo>
                  <a:lnTo>
                    <a:pt x="2453" y="1680"/>
                  </a:lnTo>
                  <a:lnTo>
                    <a:pt x="2473" y="1602"/>
                  </a:lnTo>
                  <a:lnTo>
                    <a:pt x="2473" y="1600"/>
                  </a:lnTo>
                  <a:lnTo>
                    <a:pt x="2476" y="1586"/>
                  </a:lnTo>
                  <a:lnTo>
                    <a:pt x="2478" y="1576"/>
                  </a:lnTo>
                  <a:lnTo>
                    <a:pt x="2479" y="1571"/>
                  </a:lnTo>
                  <a:lnTo>
                    <a:pt x="2479" y="1568"/>
                  </a:lnTo>
                  <a:lnTo>
                    <a:pt x="2481" y="1566"/>
                  </a:lnTo>
                  <a:lnTo>
                    <a:pt x="2492" y="1494"/>
                  </a:lnTo>
                  <a:lnTo>
                    <a:pt x="2499" y="1420"/>
                  </a:lnTo>
                  <a:lnTo>
                    <a:pt x="2501" y="1346"/>
                  </a:lnTo>
                  <a:lnTo>
                    <a:pt x="2498" y="1259"/>
                  </a:lnTo>
                  <a:lnTo>
                    <a:pt x="2489" y="1175"/>
                  </a:lnTo>
                  <a:lnTo>
                    <a:pt x="2473" y="1093"/>
                  </a:lnTo>
                  <a:lnTo>
                    <a:pt x="2452" y="1012"/>
                  </a:lnTo>
                  <a:lnTo>
                    <a:pt x="2425" y="934"/>
                  </a:lnTo>
                  <a:lnTo>
                    <a:pt x="2394" y="859"/>
                  </a:lnTo>
                  <a:lnTo>
                    <a:pt x="2357" y="786"/>
                  </a:lnTo>
                  <a:lnTo>
                    <a:pt x="2315" y="717"/>
                  </a:lnTo>
                  <a:lnTo>
                    <a:pt x="2268" y="651"/>
                  </a:lnTo>
                  <a:lnTo>
                    <a:pt x="2217" y="588"/>
                  </a:lnTo>
                  <a:lnTo>
                    <a:pt x="2162" y="529"/>
                  </a:lnTo>
                  <a:lnTo>
                    <a:pt x="2103" y="474"/>
                  </a:lnTo>
                  <a:lnTo>
                    <a:pt x="2041" y="423"/>
                  </a:lnTo>
                  <a:lnTo>
                    <a:pt x="1974" y="377"/>
                  </a:lnTo>
                  <a:lnTo>
                    <a:pt x="1905" y="335"/>
                  </a:lnTo>
                  <a:lnTo>
                    <a:pt x="1832" y="297"/>
                  </a:lnTo>
                  <a:lnTo>
                    <a:pt x="1757" y="266"/>
                  </a:lnTo>
                  <a:lnTo>
                    <a:pt x="1679" y="239"/>
                  </a:lnTo>
                  <a:lnTo>
                    <a:pt x="1599" y="218"/>
                  </a:lnTo>
                  <a:lnTo>
                    <a:pt x="1516" y="202"/>
                  </a:lnTo>
                  <a:lnTo>
                    <a:pt x="1432" y="193"/>
                  </a:lnTo>
                  <a:lnTo>
                    <a:pt x="1345" y="190"/>
                  </a:lnTo>
                  <a:close/>
                  <a:moveTo>
                    <a:pt x="1345" y="0"/>
                  </a:moveTo>
                  <a:lnTo>
                    <a:pt x="1437" y="3"/>
                  </a:lnTo>
                  <a:lnTo>
                    <a:pt x="1528" y="13"/>
                  </a:lnTo>
                  <a:lnTo>
                    <a:pt x="1617" y="28"/>
                  </a:lnTo>
                  <a:lnTo>
                    <a:pt x="1703" y="49"/>
                  </a:lnTo>
                  <a:lnTo>
                    <a:pt x="1787" y="75"/>
                  </a:lnTo>
                  <a:lnTo>
                    <a:pt x="1869" y="106"/>
                  </a:lnTo>
                  <a:lnTo>
                    <a:pt x="1948" y="143"/>
                  </a:lnTo>
                  <a:lnTo>
                    <a:pt x="2024" y="185"/>
                  </a:lnTo>
                  <a:lnTo>
                    <a:pt x="2098" y="231"/>
                  </a:lnTo>
                  <a:lnTo>
                    <a:pt x="2167" y="281"/>
                  </a:lnTo>
                  <a:lnTo>
                    <a:pt x="2233" y="336"/>
                  </a:lnTo>
                  <a:lnTo>
                    <a:pt x="2297" y="395"/>
                  </a:lnTo>
                  <a:lnTo>
                    <a:pt x="2356" y="458"/>
                  </a:lnTo>
                  <a:lnTo>
                    <a:pt x="2411" y="525"/>
                  </a:lnTo>
                  <a:lnTo>
                    <a:pt x="2461" y="594"/>
                  </a:lnTo>
                  <a:lnTo>
                    <a:pt x="2507" y="668"/>
                  </a:lnTo>
                  <a:lnTo>
                    <a:pt x="2549" y="744"/>
                  </a:lnTo>
                  <a:lnTo>
                    <a:pt x="2586" y="823"/>
                  </a:lnTo>
                  <a:lnTo>
                    <a:pt x="2617" y="905"/>
                  </a:lnTo>
                  <a:lnTo>
                    <a:pt x="2644" y="989"/>
                  </a:lnTo>
                  <a:lnTo>
                    <a:pt x="2664" y="1075"/>
                  </a:lnTo>
                  <a:lnTo>
                    <a:pt x="2680" y="1164"/>
                  </a:lnTo>
                  <a:lnTo>
                    <a:pt x="2689" y="1254"/>
                  </a:lnTo>
                  <a:lnTo>
                    <a:pt x="2693" y="1346"/>
                  </a:lnTo>
                  <a:lnTo>
                    <a:pt x="2690" y="1431"/>
                  </a:lnTo>
                  <a:lnTo>
                    <a:pt x="2682" y="1516"/>
                  </a:lnTo>
                  <a:lnTo>
                    <a:pt x="2668" y="1599"/>
                  </a:lnTo>
                  <a:lnTo>
                    <a:pt x="2667" y="1604"/>
                  </a:lnTo>
                  <a:lnTo>
                    <a:pt x="2666" y="1614"/>
                  </a:lnTo>
                  <a:lnTo>
                    <a:pt x="2663" y="1627"/>
                  </a:lnTo>
                  <a:lnTo>
                    <a:pt x="2659" y="1644"/>
                  </a:lnTo>
                  <a:lnTo>
                    <a:pt x="2642" y="1713"/>
                  </a:lnTo>
                  <a:lnTo>
                    <a:pt x="2621" y="1779"/>
                  </a:lnTo>
                  <a:lnTo>
                    <a:pt x="2597" y="1845"/>
                  </a:lnTo>
                  <a:lnTo>
                    <a:pt x="2569" y="1910"/>
                  </a:lnTo>
                  <a:lnTo>
                    <a:pt x="2544" y="1968"/>
                  </a:lnTo>
                  <a:lnTo>
                    <a:pt x="2514" y="2030"/>
                  </a:lnTo>
                  <a:lnTo>
                    <a:pt x="2482" y="2095"/>
                  </a:lnTo>
                  <a:lnTo>
                    <a:pt x="2445" y="2163"/>
                  </a:lnTo>
                  <a:lnTo>
                    <a:pt x="2404" y="2233"/>
                  </a:lnTo>
                  <a:lnTo>
                    <a:pt x="2359" y="2307"/>
                  </a:lnTo>
                  <a:lnTo>
                    <a:pt x="2309" y="2383"/>
                  </a:lnTo>
                  <a:lnTo>
                    <a:pt x="2255" y="2460"/>
                  </a:lnTo>
                  <a:lnTo>
                    <a:pt x="2196" y="2541"/>
                  </a:lnTo>
                  <a:lnTo>
                    <a:pt x="2131" y="2623"/>
                  </a:lnTo>
                  <a:lnTo>
                    <a:pt x="2061" y="2707"/>
                  </a:lnTo>
                  <a:lnTo>
                    <a:pt x="1986" y="2793"/>
                  </a:lnTo>
                  <a:lnTo>
                    <a:pt x="1905" y="2881"/>
                  </a:lnTo>
                  <a:lnTo>
                    <a:pt x="1818" y="2970"/>
                  </a:lnTo>
                  <a:lnTo>
                    <a:pt x="1725" y="3060"/>
                  </a:lnTo>
                  <a:lnTo>
                    <a:pt x="1625" y="3152"/>
                  </a:lnTo>
                  <a:lnTo>
                    <a:pt x="1519" y="3243"/>
                  </a:lnTo>
                  <a:lnTo>
                    <a:pt x="1407" y="3337"/>
                  </a:lnTo>
                  <a:lnTo>
                    <a:pt x="1387" y="3349"/>
                  </a:lnTo>
                  <a:lnTo>
                    <a:pt x="1368" y="3356"/>
                  </a:lnTo>
                  <a:lnTo>
                    <a:pt x="1346" y="3358"/>
                  </a:lnTo>
                  <a:lnTo>
                    <a:pt x="1325" y="3356"/>
                  </a:lnTo>
                  <a:lnTo>
                    <a:pt x="1306" y="3349"/>
                  </a:lnTo>
                  <a:lnTo>
                    <a:pt x="1286" y="3337"/>
                  </a:lnTo>
                  <a:lnTo>
                    <a:pt x="1174" y="3243"/>
                  </a:lnTo>
                  <a:lnTo>
                    <a:pt x="1068" y="3152"/>
                  </a:lnTo>
                  <a:lnTo>
                    <a:pt x="968" y="3060"/>
                  </a:lnTo>
                  <a:lnTo>
                    <a:pt x="875" y="2970"/>
                  </a:lnTo>
                  <a:lnTo>
                    <a:pt x="787" y="2881"/>
                  </a:lnTo>
                  <a:lnTo>
                    <a:pt x="706" y="2793"/>
                  </a:lnTo>
                  <a:lnTo>
                    <a:pt x="631" y="2707"/>
                  </a:lnTo>
                  <a:lnTo>
                    <a:pt x="561" y="2623"/>
                  </a:lnTo>
                  <a:lnTo>
                    <a:pt x="497" y="2541"/>
                  </a:lnTo>
                  <a:lnTo>
                    <a:pt x="438" y="2460"/>
                  </a:lnTo>
                  <a:lnTo>
                    <a:pt x="384" y="2383"/>
                  </a:lnTo>
                  <a:lnTo>
                    <a:pt x="334" y="2307"/>
                  </a:lnTo>
                  <a:lnTo>
                    <a:pt x="289" y="2233"/>
                  </a:lnTo>
                  <a:lnTo>
                    <a:pt x="248" y="2163"/>
                  </a:lnTo>
                  <a:lnTo>
                    <a:pt x="211" y="2095"/>
                  </a:lnTo>
                  <a:lnTo>
                    <a:pt x="179" y="2030"/>
                  </a:lnTo>
                  <a:lnTo>
                    <a:pt x="149" y="1968"/>
                  </a:lnTo>
                  <a:lnTo>
                    <a:pt x="123" y="1910"/>
                  </a:lnTo>
                  <a:lnTo>
                    <a:pt x="96" y="1845"/>
                  </a:lnTo>
                  <a:lnTo>
                    <a:pt x="71" y="1779"/>
                  </a:lnTo>
                  <a:lnTo>
                    <a:pt x="51" y="1712"/>
                  </a:lnTo>
                  <a:lnTo>
                    <a:pt x="34" y="1644"/>
                  </a:lnTo>
                  <a:lnTo>
                    <a:pt x="30" y="1627"/>
                  </a:lnTo>
                  <a:lnTo>
                    <a:pt x="28" y="1614"/>
                  </a:lnTo>
                  <a:lnTo>
                    <a:pt x="25" y="1604"/>
                  </a:lnTo>
                  <a:lnTo>
                    <a:pt x="24" y="1599"/>
                  </a:lnTo>
                  <a:lnTo>
                    <a:pt x="11" y="1516"/>
                  </a:lnTo>
                  <a:lnTo>
                    <a:pt x="3" y="1431"/>
                  </a:lnTo>
                  <a:lnTo>
                    <a:pt x="0" y="1346"/>
                  </a:lnTo>
                  <a:lnTo>
                    <a:pt x="3" y="1254"/>
                  </a:lnTo>
                  <a:lnTo>
                    <a:pt x="12" y="1164"/>
                  </a:lnTo>
                  <a:lnTo>
                    <a:pt x="28" y="1075"/>
                  </a:lnTo>
                  <a:lnTo>
                    <a:pt x="49" y="989"/>
                  </a:lnTo>
                  <a:lnTo>
                    <a:pt x="74" y="905"/>
                  </a:lnTo>
                  <a:lnTo>
                    <a:pt x="106" y="823"/>
                  </a:lnTo>
                  <a:lnTo>
                    <a:pt x="143" y="744"/>
                  </a:lnTo>
                  <a:lnTo>
                    <a:pt x="185" y="668"/>
                  </a:lnTo>
                  <a:lnTo>
                    <a:pt x="231" y="594"/>
                  </a:lnTo>
                  <a:lnTo>
                    <a:pt x="281" y="525"/>
                  </a:lnTo>
                  <a:lnTo>
                    <a:pt x="336" y="458"/>
                  </a:lnTo>
                  <a:lnTo>
                    <a:pt x="395" y="395"/>
                  </a:lnTo>
                  <a:lnTo>
                    <a:pt x="457" y="336"/>
                  </a:lnTo>
                  <a:lnTo>
                    <a:pt x="525" y="281"/>
                  </a:lnTo>
                  <a:lnTo>
                    <a:pt x="594" y="231"/>
                  </a:lnTo>
                  <a:lnTo>
                    <a:pt x="668" y="185"/>
                  </a:lnTo>
                  <a:lnTo>
                    <a:pt x="743" y="143"/>
                  </a:lnTo>
                  <a:lnTo>
                    <a:pt x="823" y="106"/>
                  </a:lnTo>
                  <a:lnTo>
                    <a:pt x="904" y="75"/>
                  </a:lnTo>
                  <a:lnTo>
                    <a:pt x="988" y="49"/>
                  </a:lnTo>
                  <a:lnTo>
                    <a:pt x="1075" y="28"/>
                  </a:lnTo>
                  <a:lnTo>
                    <a:pt x="1164" y="13"/>
                  </a:lnTo>
                  <a:lnTo>
                    <a:pt x="1254" y="3"/>
                  </a:lnTo>
                  <a:lnTo>
                    <a:pt x="1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33" name="Freeform 127"/>
            <p:cNvSpPr>
              <a:spLocks noEditPoints="1"/>
            </p:cNvSpPr>
            <p:nvPr/>
          </p:nvSpPr>
          <p:spPr bwMode="auto">
            <a:xfrm>
              <a:off x="2689226" y="2779713"/>
              <a:ext cx="271463" cy="271463"/>
            </a:xfrm>
            <a:custGeom>
              <a:avLst/>
              <a:gdLst>
                <a:gd name="T0" fmla="*/ 728 w 1708"/>
                <a:gd name="T1" fmla="*/ 202 h 1709"/>
                <a:gd name="T2" fmla="*/ 554 w 1708"/>
                <a:gd name="T3" fmla="*/ 261 h 1709"/>
                <a:gd name="T4" fmla="*/ 406 w 1708"/>
                <a:gd name="T5" fmla="*/ 364 h 1709"/>
                <a:gd name="T6" fmla="*/ 291 w 1708"/>
                <a:gd name="T7" fmla="*/ 502 h 1709"/>
                <a:gd name="T8" fmla="*/ 216 w 1708"/>
                <a:gd name="T9" fmla="*/ 668 h 1709"/>
                <a:gd name="T10" fmla="*/ 190 w 1708"/>
                <a:gd name="T11" fmla="*/ 854 h 1709"/>
                <a:gd name="T12" fmla="*/ 216 w 1708"/>
                <a:gd name="T13" fmla="*/ 1040 h 1709"/>
                <a:gd name="T14" fmla="*/ 291 w 1708"/>
                <a:gd name="T15" fmla="*/ 1207 h 1709"/>
                <a:gd name="T16" fmla="*/ 406 w 1708"/>
                <a:gd name="T17" fmla="*/ 1345 h 1709"/>
                <a:gd name="T18" fmla="*/ 554 w 1708"/>
                <a:gd name="T19" fmla="*/ 1447 h 1709"/>
                <a:gd name="T20" fmla="*/ 728 w 1708"/>
                <a:gd name="T21" fmla="*/ 1507 h 1709"/>
                <a:gd name="T22" fmla="*/ 918 w 1708"/>
                <a:gd name="T23" fmla="*/ 1516 h 1709"/>
                <a:gd name="T24" fmla="*/ 1098 w 1708"/>
                <a:gd name="T25" fmla="*/ 1472 h 1709"/>
                <a:gd name="T26" fmla="*/ 1256 w 1708"/>
                <a:gd name="T27" fmla="*/ 1383 h 1709"/>
                <a:gd name="T28" fmla="*/ 1382 w 1708"/>
                <a:gd name="T29" fmla="*/ 1256 h 1709"/>
                <a:gd name="T30" fmla="*/ 1472 w 1708"/>
                <a:gd name="T31" fmla="*/ 1098 h 1709"/>
                <a:gd name="T32" fmla="*/ 1515 w 1708"/>
                <a:gd name="T33" fmla="*/ 918 h 1709"/>
                <a:gd name="T34" fmla="*/ 1506 w 1708"/>
                <a:gd name="T35" fmla="*/ 728 h 1709"/>
                <a:gd name="T36" fmla="*/ 1446 w 1708"/>
                <a:gd name="T37" fmla="*/ 555 h 1709"/>
                <a:gd name="T38" fmla="*/ 1343 w 1708"/>
                <a:gd name="T39" fmla="*/ 406 h 1709"/>
                <a:gd name="T40" fmla="*/ 1206 w 1708"/>
                <a:gd name="T41" fmla="*/ 291 h 1709"/>
                <a:gd name="T42" fmla="*/ 1040 w 1708"/>
                <a:gd name="T43" fmla="*/ 216 h 1709"/>
                <a:gd name="T44" fmla="*/ 853 w 1708"/>
                <a:gd name="T45" fmla="*/ 190 h 1709"/>
                <a:gd name="T46" fmla="*/ 999 w 1708"/>
                <a:gd name="T47" fmla="*/ 12 h 1709"/>
                <a:gd name="T48" fmla="*/ 1201 w 1708"/>
                <a:gd name="T49" fmla="*/ 74 h 1709"/>
                <a:gd name="T50" fmla="*/ 1380 w 1708"/>
                <a:gd name="T51" fmla="*/ 181 h 1709"/>
                <a:gd name="T52" fmla="*/ 1526 w 1708"/>
                <a:gd name="T53" fmla="*/ 327 h 1709"/>
                <a:gd name="T54" fmla="*/ 1633 w 1708"/>
                <a:gd name="T55" fmla="*/ 506 h 1709"/>
                <a:gd name="T56" fmla="*/ 1696 w 1708"/>
                <a:gd name="T57" fmla="*/ 708 h 1709"/>
                <a:gd name="T58" fmla="*/ 1705 w 1708"/>
                <a:gd name="T59" fmla="*/ 928 h 1709"/>
                <a:gd name="T60" fmla="*/ 1660 w 1708"/>
                <a:gd name="T61" fmla="*/ 1137 h 1709"/>
                <a:gd name="T62" fmla="*/ 1567 w 1708"/>
                <a:gd name="T63" fmla="*/ 1324 h 1709"/>
                <a:gd name="T64" fmla="*/ 1432 w 1708"/>
                <a:gd name="T65" fmla="*/ 1482 h 1709"/>
                <a:gd name="T66" fmla="*/ 1265 w 1708"/>
                <a:gd name="T67" fmla="*/ 1603 h 1709"/>
                <a:gd name="T68" fmla="*/ 1069 w 1708"/>
                <a:gd name="T69" fmla="*/ 1682 h 1709"/>
                <a:gd name="T70" fmla="*/ 853 w 1708"/>
                <a:gd name="T71" fmla="*/ 1709 h 1709"/>
                <a:gd name="T72" fmla="*/ 638 w 1708"/>
                <a:gd name="T73" fmla="*/ 1682 h 1709"/>
                <a:gd name="T74" fmla="*/ 443 w 1708"/>
                <a:gd name="T75" fmla="*/ 1603 h 1709"/>
                <a:gd name="T76" fmla="*/ 275 w 1708"/>
                <a:gd name="T77" fmla="*/ 1482 h 1709"/>
                <a:gd name="T78" fmla="*/ 141 w 1708"/>
                <a:gd name="T79" fmla="*/ 1324 h 1709"/>
                <a:gd name="T80" fmla="*/ 48 w 1708"/>
                <a:gd name="T81" fmla="*/ 1137 h 1709"/>
                <a:gd name="T82" fmla="*/ 3 w 1708"/>
                <a:gd name="T83" fmla="*/ 928 h 1709"/>
                <a:gd name="T84" fmla="*/ 12 w 1708"/>
                <a:gd name="T85" fmla="*/ 708 h 1709"/>
                <a:gd name="T86" fmla="*/ 73 w 1708"/>
                <a:gd name="T87" fmla="*/ 506 h 1709"/>
                <a:gd name="T88" fmla="*/ 182 w 1708"/>
                <a:gd name="T89" fmla="*/ 327 h 1709"/>
                <a:gd name="T90" fmla="*/ 328 w 1708"/>
                <a:gd name="T91" fmla="*/ 181 h 1709"/>
                <a:gd name="T92" fmla="*/ 505 w 1708"/>
                <a:gd name="T93" fmla="*/ 74 h 1709"/>
                <a:gd name="T94" fmla="*/ 708 w 1708"/>
                <a:gd name="T95" fmla="*/ 12 h 1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08" h="1709">
                  <a:moveTo>
                    <a:pt x="853" y="190"/>
                  </a:moveTo>
                  <a:lnTo>
                    <a:pt x="790" y="193"/>
                  </a:lnTo>
                  <a:lnTo>
                    <a:pt x="728" y="202"/>
                  </a:lnTo>
                  <a:lnTo>
                    <a:pt x="668" y="216"/>
                  </a:lnTo>
                  <a:lnTo>
                    <a:pt x="609" y="237"/>
                  </a:lnTo>
                  <a:lnTo>
                    <a:pt x="554" y="261"/>
                  </a:lnTo>
                  <a:lnTo>
                    <a:pt x="501" y="291"/>
                  </a:lnTo>
                  <a:lnTo>
                    <a:pt x="452" y="325"/>
                  </a:lnTo>
                  <a:lnTo>
                    <a:pt x="406" y="364"/>
                  </a:lnTo>
                  <a:lnTo>
                    <a:pt x="363" y="406"/>
                  </a:lnTo>
                  <a:lnTo>
                    <a:pt x="326" y="453"/>
                  </a:lnTo>
                  <a:lnTo>
                    <a:pt x="291" y="502"/>
                  </a:lnTo>
                  <a:lnTo>
                    <a:pt x="261" y="555"/>
                  </a:lnTo>
                  <a:lnTo>
                    <a:pt x="236" y="610"/>
                  </a:lnTo>
                  <a:lnTo>
                    <a:pt x="216" y="668"/>
                  </a:lnTo>
                  <a:lnTo>
                    <a:pt x="201" y="728"/>
                  </a:lnTo>
                  <a:lnTo>
                    <a:pt x="193" y="790"/>
                  </a:lnTo>
                  <a:lnTo>
                    <a:pt x="190" y="854"/>
                  </a:lnTo>
                  <a:lnTo>
                    <a:pt x="193" y="918"/>
                  </a:lnTo>
                  <a:lnTo>
                    <a:pt x="201" y="980"/>
                  </a:lnTo>
                  <a:lnTo>
                    <a:pt x="216" y="1040"/>
                  </a:lnTo>
                  <a:lnTo>
                    <a:pt x="236" y="1098"/>
                  </a:lnTo>
                  <a:lnTo>
                    <a:pt x="261" y="1154"/>
                  </a:lnTo>
                  <a:lnTo>
                    <a:pt x="291" y="1207"/>
                  </a:lnTo>
                  <a:lnTo>
                    <a:pt x="325" y="1256"/>
                  </a:lnTo>
                  <a:lnTo>
                    <a:pt x="363" y="1302"/>
                  </a:lnTo>
                  <a:lnTo>
                    <a:pt x="406" y="1345"/>
                  </a:lnTo>
                  <a:lnTo>
                    <a:pt x="452" y="1383"/>
                  </a:lnTo>
                  <a:lnTo>
                    <a:pt x="501" y="1417"/>
                  </a:lnTo>
                  <a:lnTo>
                    <a:pt x="554" y="1447"/>
                  </a:lnTo>
                  <a:lnTo>
                    <a:pt x="609" y="1472"/>
                  </a:lnTo>
                  <a:lnTo>
                    <a:pt x="668" y="1492"/>
                  </a:lnTo>
                  <a:lnTo>
                    <a:pt x="728" y="1507"/>
                  </a:lnTo>
                  <a:lnTo>
                    <a:pt x="790" y="1516"/>
                  </a:lnTo>
                  <a:lnTo>
                    <a:pt x="853" y="1519"/>
                  </a:lnTo>
                  <a:lnTo>
                    <a:pt x="918" y="1516"/>
                  </a:lnTo>
                  <a:lnTo>
                    <a:pt x="980" y="1507"/>
                  </a:lnTo>
                  <a:lnTo>
                    <a:pt x="1040" y="1492"/>
                  </a:lnTo>
                  <a:lnTo>
                    <a:pt x="1098" y="1472"/>
                  </a:lnTo>
                  <a:lnTo>
                    <a:pt x="1153" y="1447"/>
                  </a:lnTo>
                  <a:lnTo>
                    <a:pt x="1207" y="1417"/>
                  </a:lnTo>
                  <a:lnTo>
                    <a:pt x="1256" y="1383"/>
                  </a:lnTo>
                  <a:lnTo>
                    <a:pt x="1302" y="1345"/>
                  </a:lnTo>
                  <a:lnTo>
                    <a:pt x="1344" y="1302"/>
                  </a:lnTo>
                  <a:lnTo>
                    <a:pt x="1382" y="1256"/>
                  </a:lnTo>
                  <a:lnTo>
                    <a:pt x="1417" y="1207"/>
                  </a:lnTo>
                  <a:lnTo>
                    <a:pt x="1446" y="1154"/>
                  </a:lnTo>
                  <a:lnTo>
                    <a:pt x="1472" y="1098"/>
                  </a:lnTo>
                  <a:lnTo>
                    <a:pt x="1491" y="1040"/>
                  </a:lnTo>
                  <a:lnTo>
                    <a:pt x="1506" y="980"/>
                  </a:lnTo>
                  <a:lnTo>
                    <a:pt x="1515" y="918"/>
                  </a:lnTo>
                  <a:lnTo>
                    <a:pt x="1518" y="854"/>
                  </a:lnTo>
                  <a:lnTo>
                    <a:pt x="1515" y="790"/>
                  </a:lnTo>
                  <a:lnTo>
                    <a:pt x="1506" y="728"/>
                  </a:lnTo>
                  <a:lnTo>
                    <a:pt x="1491" y="668"/>
                  </a:lnTo>
                  <a:lnTo>
                    <a:pt x="1471" y="610"/>
                  </a:lnTo>
                  <a:lnTo>
                    <a:pt x="1446" y="555"/>
                  </a:lnTo>
                  <a:lnTo>
                    <a:pt x="1417" y="502"/>
                  </a:lnTo>
                  <a:lnTo>
                    <a:pt x="1382" y="453"/>
                  </a:lnTo>
                  <a:lnTo>
                    <a:pt x="1343" y="406"/>
                  </a:lnTo>
                  <a:lnTo>
                    <a:pt x="1302" y="364"/>
                  </a:lnTo>
                  <a:lnTo>
                    <a:pt x="1256" y="325"/>
                  </a:lnTo>
                  <a:lnTo>
                    <a:pt x="1206" y="291"/>
                  </a:lnTo>
                  <a:lnTo>
                    <a:pt x="1153" y="261"/>
                  </a:lnTo>
                  <a:lnTo>
                    <a:pt x="1097" y="237"/>
                  </a:lnTo>
                  <a:lnTo>
                    <a:pt x="1040" y="216"/>
                  </a:lnTo>
                  <a:lnTo>
                    <a:pt x="980" y="202"/>
                  </a:lnTo>
                  <a:lnTo>
                    <a:pt x="918" y="193"/>
                  </a:lnTo>
                  <a:lnTo>
                    <a:pt x="853" y="190"/>
                  </a:lnTo>
                  <a:close/>
                  <a:moveTo>
                    <a:pt x="853" y="0"/>
                  </a:moveTo>
                  <a:lnTo>
                    <a:pt x="927" y="3"/>
                  </a:lnTo>
                  <a:lnTo>
                    <a:pt x="999" y="12"/>
                  </a:lnTo>
                  <a:lnTo>
                    <a:pt x="1069" y="27"/>
                  </a:lnTo>
                  <a:lnTo>
                    <a:pt x="1137" y="48"/>
                  </a:lnTo>
                  <a:lnTo>
                    <a:pt x="1201" y="74"/>
                  </a:lnTo>
                  <a:lnTo>
                    <a:pt x="1265" y="105"/>
                  </a:lnTo>
                  <a:lnTo>
                    <a:pt x="1324" y="142"/>
                  </a:lnTo>
                  <a:lnTo>
                    <a:pt x="1380" y="181"/>
                  </a:lnTo>
                  <a:lnTo>
                    <a:pt x="1432" y="226"/>
                  </a:lnTo>
                  <a:lnTo>
                    <a:pt x="1481" y="275"/>
                  </a:lnTo>
                  <a:lnTo>
                    <a:pt x="1526" y="327"/>
                  </a:lnTo>
                  <a:lnTo>
                    <a:pt x="1567" y="384"/>
                  </a:lnTo>
                  <a:lnTo>
                    <a:pt x="1603" y="444"/>
                  </a:lnTo>
                  <a:lnTo>
                    <a:pt x="1633" y="506"/>
                  </a:lnTo>
                  <a:lnTo>
                    <a:pt x="1660" y="571"/>
                  </a:lnTo>
                  <a:lnTo>
                    <a:pt x="1680" y="639"/>
                  </a:lnTo>
                  <a:lnTo>
                    <a:pt x="1696" y="708"/>
                  </a:lnTo>
                  <a:lnTo>
                    <a:pt x="1705" y="781"/>
                  </a:lnTo>
                  <a:lnTo>
                    <a:pt x="1708" y="854"/>
                  </a:lnTo>
                  <a:lnTo>
                    <a:pt x="1705" y="928"/>
                  </a:lnTo>
                  <a:lnTo>
                    <a:pt x="1696" y="999"/>
                  </a:lnTo>
                  <a:lnTo>
                    <a:pt x="1680" y="1070"/>
                  </a:lnTo>
                  <a:lnTo>
                    <a:pt x="1660" y="1137"/>
                  </a:lnTo>
                  <a:lnTo>
                    <a:pt x="1633" y="1203"/>
                  </a:lnTo>
                  <a:lnTo>
                    <a:pt x="1603" y="1265"/>
                  </a:lnTo>
                  <a:lnTo>
                    <a:pt x="1567" y="1324"/>
                  </a:lnTo>
                  <a:lnTo>
                    <a:pt x="1526" y="1380"/>
                  </a:lnTo>
                  <a:lnTo>
                    <a:pt x="1481" y="1433"/>
                  </a:lnTo>
                  <a:lnTo>
                    <a:pt x="1432" y="1482"/>
                  </a:lnTo>
                  <a:lnTo>
                    <a:pt x="1380" y="1527"/>
                  </a:lnTo>
                  <a:lnTo>
                    <a:pt x="1324" y="1567"/>
                  </a:lnTo>
                  <a:lnTo>
                    <a:pt x="1265" y="1603"/>
                  </a:lnTo>
                  <a:lnTo>
                    <a:pt x="1201" y="1635"/>
                  </a:lnTo>
                  <a:lnTo>
                    <a:pt x="1137" y="1660"/>
                  </a:lnTo>
                  <a:lnTo>
                    <a:pt x="1069" y="1682"/>
                  </a:lnTo>
                  <a:lnTo>
                    <a:pt x="999" y="1697"/>
                  </a:lnTo>
                  <a:lnTo>
                    <a:pt x="927" y="1706"/>
                  </a:lnTo>
                  <a:lnTo>
                    <a:pt x="853" y="1709"/>
                  </a:lnTo>
                  <a:lnTo>
                    <a:pt x="780" y="1706"/>
                  </a:lnTo>
                  <a:lnTo>
                    <a:pt x="708" y="1697"/>
                  </a:lnTo>
                  <a:lnTo>
                    <a:pt x="638" y="1682"/>
                  </a:lnTo>
                  <a:lnTo>
                    <a:pt x="571" y="1660"/>
                  </a:lnTo>
                  <a:lnTo>
                    <a:pt x="505" y="1635"/>
                  </a:lnTo>
                  <a:lnTo>
                    <a:pt x="443" y="1603"/>
                  </a:lnTo>
                  <a:lnTo>
                    <a:pt x="384" y="1567"/>
                  </a:lnTo>
                  <a:lnTo>
                    <a:pt x="328" y="1527"/>
                  </a:lnTo>
                  <a:lnTo>
                    <a:pt x="275" y="1482"/>
                  </a:lnTo>
                  <a:lnTo>
                    <a:pt x="227" y="1433"/>
                  </a:lnTo>
                  <a:lnTo>
                    <a:pt x="182" y="1380"/>
                  </a:lnTo>
                  <a:lnTo>
                    <a:pt x="141" y="1324"/>
                  </a:lnTo>
                  <a:lnTo>
                    <a:pt x="105" y="1265"/>
                  </a:lnTo>
                  <a:lnTo>
                    <a:pt x="73" y="1203"/>
                  </a:lnTo>
                  <a:lnTo>
                    <a:pt x="48" y="1137"/>
                  </a:lnTo>
                  <a:lnTo>
                    <a:pt x="27" y="1070"/>
                  </a:lnTo>
                  <a:lnTo>
                    <a:pt x="12" y="999"/>
                  </a:lnTo>
                  <a:lnTo>
                    <a:pt x="3" y="928"/>
                  </a:lnTo>
                  <a:lnTo>
                    <a:pt x="0" y="854"/>
                  </a:lnTo>
                  <a:lnTo>
                    <a:pt x="3" y="781"/>
                  </a:lnTo>
                  <a:lnTo>
                    <a:pt x="12" y="708"/>
                  </a:lnTo>
                  <a:lnTo>
                    <a:pt x="27" y="639"/>
                  </a:lnTo>
                  <a:lnTo>
                    <a:pt x="48" y="571"/>
                  </a:lnTo>
                  <a:lnTo>
                    <a:pt x="73" y="506"/>
                  </a:lnTo>
                  <a:lnTo>
                    <a:pt x="105" y="444"/>
                  </a:lnTo>
                  <a:lnTo>
                    <a:pt x="141" y="384"/>
                  </a:lnTo>
                  <a:lnTo>
                    <a:pt x="182" y="327"/>
                  </a:lnTo>
                  <a:lnTo>
                    <a:pt x="227" y="275"/>
                  </a:lnTo>
                  <a:lnTo>
                    <a:pt x="275" y="226"/>
                  </a:lnTo>
                  <a:lnTo>
                    <a:pt x="328" y="181"/>
                  </a:lnTo>
                  <a:lnTo>
                    <a:pt x="384" y="142"/>
                  </a:lnTo>
                  <a:lnTo>
                    <a:pt x="443" y="105"/>
                  </a:lnTo>
                  <a:lnTo>
                    <a:pt x="505" y="74"/>
                  </a:lnTo>
                  <a:lnTo>
                    <a:pt x="571" y="48"/>
                  </a:lnTo>
                  <a:lnTo>
                    <a:pt x="638" y="27"/>
                  </a:lnTo>
                  <a:lnTo>
                    <a:pt x="708" y="12"/>
                  </a:lnTo>
                  <a:lnTo>
                    <a:pt x="780" y="3"/>
                  </a:lnTo>
                  <a:lnTo>
                    <a:pt x="8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35" name="Inhaltsplatzhalter 4"/>
          <p:cNvSpPr txBox="1"/>
          <p:nvPr/>
        </p:nvSpPr>
        <p:spPr>
          <a:xfrm>
            <a:off x="531134" y="1640167"/>
            <a:ext cx="2072754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en-US" sz="1600" b="1" dirty="0">
                <a:solidFill>
                  <a:srgbClr val="17242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想法和项目的产权判定</a:t>
            </a:r>
          </a:p>
        </p:txBody>
      </p:sp>
      <p:sp>
        <p:nvSpPr>
          <p:cNvPr id="138" name="Inhaltsplatzhalter 4"/>
          <p:cNvSpPr txBox="1"/>
          <p:nvPr/>
        </p:nvSpPr>
        <p:spPr>
          <a:xfrm>
            <a:off x="862923" y="3905340"/>
            <a:ext cx="1797854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en-US" sz="1600" b="1" dirty="0">
                <a:solidFill>
                  <a:srgbClr val="17242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法律介入</a:t>
            </a:r>
          </a:p>
        </p:txBody>
      </p:sp>
      <p:grpSp>
        <p:nvGrpSpPr>
          <p:cNvPr id="139" name="Group 50"/>
          <p:cNvGrpSpPr/>
          <p:nvPr/>
        </p:nvGrpSpPr>
        <p:grpSpPr>
          <a:xfrm flipV="1">
            <a:off x="1571614" y="3645836"/>
            <a:ext cx="1293731" cy="163504"/>
            <a:chOff x="3557382" y="2856701"/>
            <a:chExt cx="1724974" cy="218005"/>
          </a:xfrm>
        </p:grpSpPr>
        <p:sp>
          <p:nvSpPr>
            <p:cNvPr id="140" name="Freeform 51"/>
            <p:cNvSpPr/>
            <p:nvPr/>
          </p:nvSpPr>
          <p:spPr bwMode="auto">
            <a:xfrm>
              <a:off x="3557382" y="2856701"/>
              <a:ext cx="1697574" cy="192987"/>
            </a:xfrm>
            <a:custGeom>
              <a:avLst/>
              <a:gdLst>
                <a:gd name="T0" fmla="*/ 1425 w 1425"/>
                <a:gd name="T1" fmla="*/ 153 h 162"/>
                <a:gd name="T2" fmla="*/ 1273 w 1425"/>
                <a:gd name="T3" fmla="*/ 0 h 162"/>
                <a:gd name="T4" fmla="*/ 0 w 1425"/>
                <a:gd name="T5" fmla="*/ 0 h 162"/>
                <a:gd name="T6" fmla="*/ 0 w 1425"/>
                <a:gd name="T7" fmla="*/ 14 h 162"/>
                <a:gd name="T8" fmla="*/ 1268 w 1425"/>
                <a:gd name="T9" fmla="*/ 14 h 162"/>
                <a:gd name="T10" fmla="*/ 1416 w 1425"/>
                <a:gd name="T11" fmla="*/ 162 h 162"/>
                <a:gd name="T12" fmla="*/ 1425 w 1425"/>
                <a:gd name="T13" fmla="*/ 153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5" h="162">
                  <a:moveTo>
                    <a:pt x="1425" y="153"/>
                  </a:moveTo>
                  <a:lnTo>
                    <a:pt x="1273" y="0"/>
                  </a:lnTo>
                  <a:lnTo>
                    <a:pt x="0" y="0"/>
                  </a:lnTo>
                  <a:lnTo>
                    <a:pt x="0" y="14"/>
                  </a:lnTo>
                  <a:lnTo>
                    <a:pt x="1268" y="14"/>
                  </a:lnTo>
                  <a:lnTo>
                    <a:pt x="1416" y="162"/>
                  </a:lnTo>
                  <a:lnTo>
                    <a:pt x="1425" y="153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41" name="Freeform 52"/>
            <p:cNvSpPr/>
            <p:nvPr/>
          </p:nvSpPr>
          <p:spPr bwMode="auto">
            <a:xfrm>
              <a:off x="5219218" y="3013950"/>
              <a:ext cx="63138" cy="60756"/>
            </a:xfrm>
            <a:custGeom>
              <a:avLst/>
              <a:gdLst>
                <a:gd name="T0" fmla="*/ 53 w 53"/>
                <a:gd name="T1" fmla="*/ 51 h 51"/>
                <a:gd name="T2" fmla="*/ 42 w 53"/>
                <a:gd name="T3" fmla="*/ 0 h 51"/>
                <a:gd name="T4" fmla="*/ 0 w 53"/>
                <a:gd name="T5" fmla="*/ 42 h 51"/>
                <a:gd name="T6" fmla="*/ 53 w 53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51">
                  <a:moveTo>
                    <a:pt x="53" y="51"/>
                  </a:moveTo>
                  <a:lnTo>
                    <a:pt x="42" y="0"/>
                  </a:lnTo>
                  <a:lnTo>
                    <a:pt x="0" y="42"/>
                  </a:lnTo>
                  <a:lnTo>
                    <a:pt x="53" y="51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43" name="Group 54"/>
          <p:cNvGrpSpPr/>
          <p:nvPr/>
        </p:nvGrpSpPr>
        <p:grpSpPr>
          <a:xfrm flipH="1">
            <a:off x="5453079" y="1527173"/>
            <a:ext cx="1011257" cy="163504"/>
            <a:chOff x="3934014" y="2856701"/>
            <a:chExt cx="1348342" cy="218005"/>
          </a:xfrm>
        </p:grpSpPr>
        <p:sp>
          <p:nvSpPr>
            <p:cNvPr id="144" name="Freeform 55"/>
            <p:cNvSpPr/>
            <p:nvPr/>
          </p:nvSpPr>
          <p:spPr bwMode="auto">
            <a:xfrm>
              <a:off x="3934014" y="2856701"/>
              <a:ext cx="1320942" cy="192987"/>
            </a:xfrm>
            <a:custGeom>
              <a:avLst/>
              <a:gdLst>
                <a:gd name="T0" fmla="*/ 1425 w 1425"/>
                <a:gd name="T1" fmla="*/ 153 h 162"/>
                <a:gd name="T2" fmla="*/ 1273 w 1425"/>
                <a:gd name="T3" fmla="*/ 0 h 162"/>
                <a:gd name="T4" fmla="*/ 0 w 1425"/>
                <a:gd name="T5" fmla="*/ 0 h 162"/>
                <a:gd name="T6" fmla="*/ 0 w 1425"/>
                <a:gd name="T7" fmla="*/ 14 h 162"/>
                <a:gd name="T8" fmla="*/ 1268 w 1425"/>
                <a:gd name="T9" fmla="*/ 14 h 162"/>
                <a:gd name="T10" fmla="*/ 1416 w 1425"/>
                <a:gd name="T11" fmla="*/ 162 h 162"/>
                <a:gd name="T12" fmla="*/ 1425 w 1425"/>
                <a:gd name="T13" fmla="*/ 153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5" h="162">
                  <a:moveTo>
                    <a:pt x="1425" y="153"/>
                  </a:moveTo>
                  <a:lnTo>
                    <a:pt x="1273" y="0"/>
                  </a:lnTo>
                  <a:lnTo>
                    <a:pt x="0" y="0"/>
                  </a:lnTo>
                  <a:lnTo>
                    <a:pt x="0" y="14"/>
                  </a:lnTo>
                  <a:lnTo>
                    <a:pt x="1268" y="14"/>
                  </a:lnTo>
                  <a:lnTo>
                    <a:pt x="1416" y="162"/>
                  </a:lnTo>
                  <a:lnTo>
                    <a:pt x="1425" y="153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45" name="Freeform 56"/>
            <p:cNvSpPr/>
            <p:nvPr/>
          </p:nvSpPr>
          <p:spPr bwMode="auto">
            <a:xfrm>
              <a:off x="5219218" y="3013950"/>
              <a:ext cx="63138" cy="60756"/>
            </a:xfrm>
            <a:custGeom>
              <a:avLst/>
              <a:gdLst>
                <a:gd name="T0" fmla="*/ 53 w 53"/>
                <a:gd name="T1" fmla="*/ 51 h 51"/>
                <a:gd name="T2" fmla="*/ 42 w 53"/>
                <a:gd name="T3" fmla="*/ 0 h 51"/>
                <a:gd name="T4" fmla="*/ 0 w 53"/>
                <a:gd name="T5" fmla="*/ 42 h 51"/>
                <a:gd name="T6" fmla="*/ 53 w 53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51">
                  <a:moveTo>
                    <a:pt x="53" y="51"/>
                  </a:moveTo>
                  <a:lnTo>
                    <a:pt x="42" y="0"/>
                  </a:lnTo>
                  <a:lnTo>
                    <a:pt x="0" y="42"/>
                  </a:lnTo>
                  <a:lnTo>
                    <a:pt x="53" y="51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46" name="Group 57"/>
          <p:cNvGrpSpPr/>
          <p:nvPr/>
        </p:nvGrpSpPr>
        <p:grpSpPr>
          <a:xfrm flipH="1" flipV="1">
            <a:off x="6292940" y="3645836"/>
            <a:ext cx="1293731" cy="163504"/>
            <a:chOff x="3557382" y="2856701"/>
            <a:chExt cx="1724974" cy="218005"/>
          </a:xfrm>
        </p:grpSpPr>
        <p:sp>
          <p:nvSpPr>
            <p:cNvPr id="147" name="Freeform 58"/>
            <p:cNvSpPr/>
            <p:nvPr/>
          </p:nvSpPr>
          <p:spPr bwMode="auto">
            <a:xfrm>
              <a:off x="3557382" y="2856701"/>
              <a:ext cx="1697574" cy="192987"/>
            </a:xfrm>
            <a:custGeom>
              <a:avLst/>
              <a:gdLst>
                <a:gd name="T0" fmla="*/ 1425 w 1425"/>
                <a:gd name="T1" fmla="*/ 153 h 162"/>
                <a:gd name="T2" fmla="*/ 1273 w 1425"/>
                <a:gd name="T3" fmla="*/ 0 h 162"/>
                <a:gd name="T4" fmla="*/ 0 w 1425"/>
                <a:gd name="T5" fmla="*/ 0 h 162"/>
                <a:gd name="T6" fmla="*/ 0 w 1425"/>
                <a:gd name="T7" fmla="*/ 14 h 162"/>
                <a:gd name="T8" fmla="*/ 1268 w 1425"/>
                <a:gd name="T9" fmla="*/ 14 h 162"/>
                <a:gd name="T10" fmla="*/ 1416 w 1425"/>
                <a:gd name="T11" fmla="*/ 162 h 162"/>
                <a:gd name="T12" fmla="*/ 1425 w 1425"/>
                <a:gd name="T13" fmla="*/ 153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5" h="162">
                  <a:moveTo>
                    <a:pt x="1425" y="153"/>
                  </a:moveTo>
                  <a:lnTo>
                    <a:pt x="1273" y="0"/>
                  </a:lnTo>
                  <a:lnTo>
                    <a:pt x="0" y="0"/>
                  </a:lnTo>
                  <a:lnTo>
                    <a:pt x="0" y="14"/>
                  </a:lnTo>
                  <a:lnTo>
                    <a:pt x="1268" y="14"/>
                  </a:lnTo>
                  <a:lnTo>
                    <a:pt x="1416" y="162"/>
                  </a:lnTo>
                  <a:lnTo>
                    <a:pt x="1425" y="153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48" name="Freeform 59"/>
            <p:cNvSpPr/>
            <p:nvPr/>
          </p:nvSpPr>
          <p:spPr bwMode="auto">
            <a:xfrm>
              <a:off x="5219218" y="3013950"/>
              <a:ext cx="63138" cy="60756"/>
            </a:xfrm>
            <a:custGeom>
              <a:avLst/>
              <a:gdLst>
                <a:gd name="T0" fmla="*/ 53 w 53"/>
                <a:gd name="T1" fmla="*/ 51 h 51"/>
                <a:gd name="T2" fmla="*/ 42 w 53"/>
                <a:gd name="T3" fmla="*/ 0 h 51"/>
                <a:gd name="T4" fmla="*/ 0 w 53"/>
                <a:gd name="T5" fmla="*/ 42 h 51"/>
                <a:gd name="T6" fmla="*/ 53 w 53"/>
                <a:gd name="T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51">
                  <a:moveTo>
                    <a:pt x="53" y="51"/>
                  </a:moveTo>
                  <a:lnTo>
                    <a:pt x="42" y="0"/>
                  </a:lnTo>
                  <a:lnTo>
                    <a:pt x="0" y="42"/>
                  </a:lnTo>
                  <a:lnTo>
                    <a:pt x="53" y="51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cxnSp>
        <p:nvCxnSpPr>
          <p:cNvPr id="149" name="Straight Arrow Connector 61"/>
          <p:cNvCxnSpPr/>
          <p:nvPr/>
        </p:nvCxnSpPr>
        <p:spPr>
          <a:xfrm>
            <a:off x="2223387" y="2628581"/>
            <a:ext cx="618281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62"/>
          <p:cNvCxnSpPr/>
          <p:nvPr/>
        </p:nvCxnSpPr>
        <p:spPr>
          <a:xfrm flipH="1">
            <a:off x="6272934" y="2628581"/>
            <a:ext cx="618281" cy="0"/>
          </a:xfrm>
          <a:prstGeom prst="straightConnector1">
            <a:avLst/>
          </a:prstGeom>
          <a:ln w="190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64"/>
          <p:cNvGrpSpPr/>
          <p:nvPr/>
        </p:nvGrpSpPr>
        <p:grpSpPr>
          <a:xfrm>
            <a:off x="6507424" y="2298474"/>
            <a:ext cx="383791" cy="256909"/>
            <a:chOff x="666750" y="3544888"/>
            <a:chExt cx="581025" cy="388938"/>
          </a:xfrm>
          <a:gradFill>
            <a:gsLst>
              <a:gs pos="0">
                <a:srgbClr val="324C64"/>
              </a:gs>
              <a:gs pos="100000">
                <a:srgbClr val="283C4F"/>
              </a:gs>
            </a:gsLst>
            <a:lin ang="2700000" scaled="1"/>
          </a:gradFill>
        </p:grpSpPr>
        <p:sp>
          <p:nvSpPr>
            <p:cNvPr id="153" name="Freeform 256"/>
            <p:cNvSpPr/>
            <p:nvPr/>
          </p:nvSpPr>
          <p:spPr bwMode="auto">
            <a:xfrm>
              <a:off x="755650" y="3598863"/>
              <a:ext cx="403225" cy="214313"/>
            </a:xfrm>
            <a:custGeom>
              <a:avLst/>
              <a:gdLst>
                <a:gd name="T0" fmla="*/ 79 w 2542"/>
                <a:gd name="T1" fmla="*/ 0 h 1347"/>
                <a:gd name="T2" fmla="*/ 2463 w 2542"/>
                <a:gd name="T3" fmla="*/ 0 h 1347"/>
                <a:gd name="T4" fmla="*/ 2484 w 2542"/>
                <a:gd name="T5" fmla="*/ 2 h 1347"/>
                <a:gd name="T6" fmla="*/ 2503 w 2542"/>
                <a:gd name="T7" fmla="*/ 10 h 1347"/>
                <a:gd name="T8" fmla="*/ 2520 w 2542"/>
                <a:gd name="T9" fmla="*/ 22 h 1347"/>
                <a:gd name="T10" fmla="*/ 2532 w 2542"/>
                <a:gd name="T11" fmla="*/ 38 h 1347"/>
                <a:gd name="T12" fmla="*/ 2540 w 2542"/>
                <a:gd name="T13" fmla="*/ 57 h 1347"/>
                <a:gd name="T14" fmla="*/ 2542 w 2542"/>
                <a:gd name="T15" fmla="*/ 78 h 1347"/>
                <a:gd name="T16" fmla="*/ 2542 w 2542"/>
                <a:gd name="T17" fmla="*/ 1268 h 1347"/>
                <a:gd name="T18" fmla="*/ 2540 w 2542"/>
                <a:gd name="T19" fmla="*/ 1289 h 1347"/>
                <a:gd name="T20" fmla="*/ 2532 w 2542"/>
                <a:gd name="T21" fmla="*/ 1308 h 1347"/>
                <a:gd name="T22" fmla="*/ 2520 w 2542"/>
                <a:gd name="T23" fmla="*/ 1323 h 1347"/>
                <a:gd name="T24" fmla="*/ 2503 w 2542"/>
                <a:gd name="T25" fmla="*/ 1337 h 1347"/>
                <a:gd name="T26" fmla="*/ 2484 w 2542"/>
                <a:gd name="T27" fmla="*/ 1344 h 1347"/>
                <a:gd name="T28" fmla="*/ 2463 w 2542"/>
                <a:gd name="T29" fmla="*/ 1347 h 1347"/>
                <a:gd name="T30" fmla="*/ 2442 w 2542"/>
                <a:gd name="T31" fmla="*/ 1344 h 1347"/>
                <a:gd name="T32" fmla="*/ 2424 w 2542"/>
                <a:gd name="T33" fmla="*/ 1337 h 1347"/>
                <a:gd name="T34" fmla="*/ 2408 w 2542"/>
                <a:gd name="T35" fmla="*/ 1323 h 1347"/>
                <a:gd name="T36" fmla="*/ 2396 w 2542"/>
                <a:gd name="T37" fmla="*/ 1308 h 1347"/>
                <a:gd name="T38" fmla="*/ 2388 w 2542"/>
                <a:gd name="T39" fmla="*/ 1289 h 1347"/>
                <a:gd name="T40" fmla="*/ 2385 w 2542"/>
                <a:gd name="T41" fmla="*/ 1268 h 1347"/>
                <a:gd name="T42" fmla="*/ 2385 w 2542"/>
                <a:gd name="T43" fmla="*/ 157 h 1347"/>
                <a:gd name="T44" fmla="*/ 157 w 2542"/>
                <a:gd name="T45" fmla="*/ 157 h 1347"/>
                <a:gd name="T46" fmla="*/ 157 w 2542"/>
                <a:gd name="T47" fmla="*/ 1268 h 1347"/>
                <a:gd name="T48" fmla="*/ 154 w 2542"/>
                <a:gd name="T49" fmla="*/ 1289 h 1347"/>
                <a:gd name="T50" fmla="*/ 146 w 2542"/>
                <a:gd name="T51" fmla="*/ 1308 h 1347"/>
                <a:gd name="T52" fmla="*/ 134 w 2542"/>
                <a:gd name="T53" fmla="*/ 1323 h 1347"/>
                <a:gd name="T54" fmla="*/ 118 w 2542"/>
                <a:gd name="T55" fmla="*/ 1337 h 1347"/>
                <a:gd name="T56" fmla="*/ 100 w 2542"/>
                <a:gd name="T57" fmla="*/ 1344 h 1347"/>
                <a:gd name="T58" fmla="*/ 79 w 2542"/>
                <a:gd name="T59" fmla="*/ 1347 h 1347"/>
                <a:gd name="T60" fmla="*/ 58 w 2542"/>
                <a:gd name="T61" fmla="*/ 1344 h 1347"/>
                <a:gd name="T62" fmla="*/ 39 w 2542"/>
                <a:gd name="T63" fmla="*/ 1337 h 1347"/>
                <a:gd name="T64" fmla="*/ 22 w 2542"/>
                <a:gd name="T65" fmla="*/ 1323 h 1347"/>
                <a:gd name="T66" fmla="*/ 10 w 2542"/>
                <a:gd name="T67" fmla="*/ 1308 h 1347"/>
                <a:gd name="T68" fmla="*/ 2 w 2542"/>
                <a:gd name="T69" fmla="*/ 1289 h 1347"/>
                <a:gd name="T70" fmla="*/ 0 w 2542"/>
                <a:gd name="T71" fmla="*/ 1268 h 1347"/>
                <a:gd name="T72" fmla="*/ 0 w 2542"/>
                <a:gd name="T73" fmla="*/ 78 h 1347"/>
                <a:gd name="T74" fmla="*/ 2 w 2542"/>
                <a:gd name="T75" fmla="*/ 57 h 1347"/>
                <a:gd name="T76" fmla="*/ 10 w 2542"/>
                <a:gd name="T77" fmla="*/ 38 h 1347"/>
                <a:gd name="T78" fmla="*/ 22 w 2542"/>
                <a:gd name="T79" fmla="*/ 22 h 1347"/>
                <a:gd name="T80" fmla="*/ 39 w 2542"/>
                <a:gd name="T81" fmla="*/ 10 h 1347"/>
                <a:gd name="T82" fmla="*/ 58 w 2542"/>
                <a:gd name="T83" fmla="*/ 2 h 1347"/>
                <a:gd name="T84" fmla="*/ 79 w 2542"/>
                <a:gd name="T85" fmla="*/ 0 h 1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2" h="1347">
                  <a:moveTo>
                    <a:pt x="79" y="0"/>
                  </a:moveTo>
                  <a:lnTo>
                    <a:pt x="2463" y="0"/>
                  </a:lnTo>
                  <a:lnTo>
                    <a:pt x="2484" y="2"/>
                  </a:lnTo>
                  <a:lnTo>
                    <a:pt x="2503" y="10"/>
                  </a:lnTo>
                  <a:lnTo>
                    <a:pt x="2520" y="22"/>
                  </a:lnTo>
                  <a:lnTo>
                    <a:pt x="2532" y="38"/>
                  </a:lnTo>
                  <a:lnTo>
                    <a:pt x="2540" y="57"/>
                  </a:lnTo>
                  <a:lnTo>
                    <a:pt x="2542" y="78"/>
                  </a:lnTo>
                  <a:lnTo>
                    <a:pt x="2542" y="1268"/>
                  </a:lnTo>
                  <a:lnTo>
                    <a:pt x="2540" y="1289"/>
                  </a:lnTo>
                  <a:lnTo>
                    <a:pt x="2532" y="1308"/>
                  </a:lnTo>
                  <a:lnTo>
                    <a:pt x="2520" y="1323"/>
                  </a:lnTo>
                  <a:lnTo>
                    <a:pt x="2503" y="1337"/>
                  </a:lnTo>
                  <a:lnTo>
                    <a:pt x="2484" y="1344"/>
                  </a:lnTo>
                  <a:lnTo>
                    <a:pt x="2463" y="1347"/>
                  </a:lnTo>
                  <a:lnTo>
                    <a:pt x="2442" y="1344"/>
                  </a:lnTo>
                  <a:lnTo>
                    <a:pt x="2424" y="1337"/>
                  </a:lnTo>
                  <a:lnTo>
                    <a:pt x="2408" y="1323"/>
                  </a:lnTo>
                  <a:lnTo>
                    <a:pt x="2396" y="1308"/>
                  </a:lnTo>
                  <a:lnTo>
                    <a:pt x="2388" y="1289"/>
                  </a:lnTo>
                  <a:lnTo>
                    <a:pt x="2385" y="1268"/>
                  </a:lnTo>
                  <a:lnTo>
                    <a:pt x="2385" y="157"/>
                  </a:lnTo>
                  <a:lnTo>
                    <a:pt x="157" y="157"/>
                  </a:lnTo>
                  <a:lnTo>
                    <a:pt x="157" y="1268"/>
                  </a:lnTo>
                  <a:lnTo>
                    <a:pt x="154" y="1289"/>
                  </a:lnTo>
                  <a:lnTo>
                    <a:pt x="146" y="1308"/>
                  </a:lnTo>
                  <a:lnTo>
                    <a:pt x="134" y="1323"/>
                  </a:lnTo>
                  <a:lnTo>
                    <a:pt x="118" y="1337"/>
                  </a:lnTo>
                  <a:lnTo>
                    <a:pt x="100" y="1344"/>
                  </a:lnTo>
                  <a:lnTo>
                    <a:pt x="79" y="1347"/>
                  </a:lnTo>
                  <a:lnTo>
                    <a:pt x="58" y="1344"/>
                  </a:lnTo>
                  <a:lnTo>
                    <a:pt x="39" y="1337"/>
                  </a:lnTo>
                  <a:lnTo>
                    <a:pt x="22" y="1323"/>
                  </a:lnTo>
                  <a:lnTo>
                    <a:pt x="10" y="1308"/>
                  </a:lnTo>
                  <a:lnTo>
                    <a:pt x="2" y="1289"/>
                  </a:lnTo>
                  <a:lnTo>
                    <a:pt x="0" y="1268"/>
                  </a:lnTo>
                  <a:lnTo>
                    <a:pt x="0" y="78"/>
                  </a:lnTo>
                  <a:lnTo>
                    <a:pt x="2" y="57"/>
                  </a:lnTo>
                  <a:lnTo>
                    <a:pt x="10" y="38"/>
                  </a:lnTo>
                  <a:lnTo>
                    <a:pt x="22" y="22"/>
                  </a:lnTo>
                  <a:lnTo>
                    <a:pt x="39" y="10"/>
                  </a:lnTo>
                  <a:lnTo>
                    <a:pt x="58" y="2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54" name="Freeform 257"/>
            <p:cNvSpPr>
              <a:spLocks noEditPoints="1"/>
            </p:cNvSpPr>
            <p:nvPr/>
          </p:nvSpPr>
          <p:spPr bwMode="auto">
            <a:xfrm>
              <a:off x="666750" y="3544888"/>
              <a:ext cx="581025" cy="388938"/>
            </a:xfrm>
            <a:custGeom>
              <a:avLst/>
              <a:gdLst>
                <a:gd name="T0" fmla="*/ 145 w 3660"/>
                <a:gd name="T1" fmla="*/ 2140 h 2453"/>
                <a:gd name="T2" fmla="*/ 191 w 3660"/>
                <a:gd name="T3" fmla="*/ 2237 h 2453"/>
                <a:gd name="T4" fmla="*/ 277 w 3660"/>
                <a:gd name="T5" fmla="*/ 2298 h 2453"/>
                <a:gd name="T6" fmla="*/ 3311 w 3660"/>
                <a:gd name="T7" fmla="*/ 2311 h 2453"/>
                <a:gd name="T8" fmla="*/ 3415 w 3660"/>
                <a:gd name="T9" fmla="*/ 2282 h 2453"/>
                <a:gd name="T10" fmla="*/ 3490 w 3660"/>
                <a:gd name="T11" fmla="*/ 2208 h 2453"/>
                <a:gd name="T12" fmla="*/ 3518 w 3660"/>
                <a:gd name="T13" fmla="*/ 2102 h 2453"/>
                <a:gd name="T14" fmla="*/ 2264 w 3660"/>
                <a:gd name="T15" fmla="*/ 2071 h 2453"/>
                <a:gd name="T16" fmla="*/ 2189 w 3660"/>
                <a:gd name="T17" fmla="*/ 2163 h 2453"/>
                <a:gd name="T18" fmla="*/ 2081 w 3660"/>
                <a:gd name="T19" fmla="*/ 2210 h 2453"/>
                <a:gd name="T20" fmla="*/ 1579 w 3660"/>
                <a:gd name="T21" fmla="*/ 2210 h 2453"/>
                <a:gd name="T22" fmla="*/ 1471 w 3660"/>
                <a:gd name="T23" fmla="*/ 2163 h 2453"/>
                <a:gd name="T24" fmla="*/ 1396 w 3660"/>
                <a:gd name="T25" fmla="*/ 2071 h 2453"/>
                <a:gd name="T26" fmla="*/ 454 w 3660"/>
                <a:gd name="T27" fmla="*/ 157 h 2453"/>
                <a:gd name="T28" fmla="*/ 397 w 3660"/>
                <a:gd name="T29" fmla="*/ 181 h 2453"/>
                <a:gd name="T30" fmla="*/ 374 w 3660"/>
                <a:gd name="T31" fmla="*/ 237 h 2453"/>
                <a:gd name="T32" fmla="*/ 1460 w 3660"/>
                <a:gd name="T33" fmla="*/ 1895 h 2453"/>
                <a:gd name="T34" fmla="*/ 1503 w 3660"/>
                <a:gd name="T35" fmla="*/ 1927 h 2453"/>
                <a:gd name="T36" fmla="*/ 1516 w 3660"/>
                <a:gd name="T37" fmla="*/ 1988 h 2453"/>
                <a:gd name="T38" fmla="*/ 1554 w 3660"/>
                <a:gd name="T39" fmla="*/ 2048 h 2453"/>
                <a:gd name="T40" fmla="*/ 1621 w 3660"/>
                <a:gd name="T41" fmla="*/ 2072 h 2453"/>
                <a:gd name="T42" fmla="*/ 2086 w 3660"/>
                <a:gd name="T43" fmla="*/ 2061 h 2453"/>
                <a:gd name="T44" fmla="*/ 2136 w 3660"/>
                <a:gd name="T45" fmla="*/ 2011 h 2453"/>
                <a:gd name="T46" fmla="*/ 2149 w 3660"/>
                <a:gd name="T47" fmla="*/ 1944 h 2453"/>
                <a:gd name="T48" fmla="*/ 2186 w 3660"/>
                <a:gd name="T49" fmla="*/ 1900 h 2453"/>
                <a:gd name="T50" fmla="*/ 2220 w 3660"/>
                <a:gd name="T51" fmla="*/ 1893 h 2453"/>
                <a:gd name="T52" fmla="*/ 3284 w 3660"/>
                <a:gd name="T53" fmla="*/ 216 h 2453"/>
                <a:gd name="T54" fmla="*/ 3246 w 3660"/>
                <a:gd name="T55" fmla="*/ 168 h 2453"/>
                <a:gd name="T56" fmla="*/ 454 w 3660"/>
                <a:gd name="T57" fmla="*/ 157 h 2453"/>
                <a:gd name="T58" fmla="*/ 3244 w 3660"/>
                <a:gd name="T59" fmla="*/ 3 h 2453"/>
                <a:gd name="T60" fmla="*/ 3346 w 3660"/>
                <a:gd name="T61" fmla="*/ 45 h 2453"/>
                <a:gd name="T62" fmla="*/ 3417 w 3660"/>
                <a:gd name="T63" fmla="*/ 128 h 2453"/>
                <a:gd name="T64" fmla="*/ 3444 w 3660"/>
                <a:gd name="T65" fmla="*/ 237 h 2453"/>
                <a:gd name="T66" fmla="*/ 3608 w 3660"/>
                <a:gd name="T67" fmla="*/ 1895 h 2453"/>
                <a:gd name="T68" fmla="*/ 3650 w 3660"/>
                <a:gd name="T69" fmla="*/ 1928 h 2453"/>
                <a:gd name="T70" fmla="*/ 3660 w 3660"/>
                <a:gd name="T71" fmla="*/ 2102 h 2453"/>
                <a:gd name="T72" fmla="*/ 3632 w 3660"/>
                <a:gd name="T73" fmla="*/ 2239 h 2453"/>
                <a:gd name="T74" fmla="*/ 3558 w 3660"/>
                <a:gd name="T75" fmla="*/ 2350 h 2453"/>
                <a:gd name="T76" fmla="*/ 3446 w 3660"/>
                <a:gd name="T77" fmla="*/ 2425 h 2453"/>
                <a:gd name="T78" fmla="*/ 3311 w 3660"/>
                <a:gd name="T79" fmla="*/ 2453 h 2453"/>
                <a:gd name="T80" fmla="*/ 257 w 3660"/>
                <a:gd name="T81" fmla="*/ 2440 h 2453"/>
                <a:gd name="T82" fmla="*/ 136 w 3660"/>
                <a:gd name="T83" fmla="*/ 2380 h 2453"/>
                <a:gd name="T84" fmla="*/ 48 w 3660"/>
                <a:gd name="T85" fmla="*/ 2279 h 2453"/>
                <a:gd name="T86" fmla="*/ 3 w 3660"/>
                <a:gd name="T87" fmla="*/ 2150 h 2453"/>
                <a:gd name="T88" fmla="*/ 2 w 3660"/>
                <a:gd name="T89" fmla="*/ 1945 h 2453"/>
                <a:gd name="T90" fmla="*/ 35 w 3660"/>
                <a:gd name="T91" fmla="*/ 1903 h 2453"/>
                <a:gd name="T92" fmla="*/ 216 w 3660"/>
                <a:gd name="T93" fmla="*/ 1893 h 2453"/>
                <a:gd name="T94" fmla="*/ 228 w 3660"/>
                <a:gd name="T95" fmla="*/ 163 h 2453"/>
                <a:gd name="T96" fmla="*/ 286 w 3660"/>
                <a:gd name="T97" fmla="*/ 70 h 2453"/>
                <a:gd name="T98" fmla="*/ 379 w 3660"/>
                <a:gd name="T99" fmla="*/ 12 h 2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60" h="2453">
                  <a:moveTo>
                    <a:pt x="142" y="2035"/>
                  </a:moveTo>
                  <a:lnTo>
                    <a:pt x="142" y="2102"/>
                  </a:lnTo>
                  <a:lnTo>
                    <a:pt x="145" y="2140"/>
                  </a:lnTo>
                  <a:lnTo>
                    <a:pt x="155" y="2176"/>
                  </a:lnTo>
                  <a:lnTo>
                    <a:pt x="170" y="2208"/>
                  </a:lnTo>
                  <a:lnTo>
                    <a:pt x="191" y="2237"/>
                  </a:lnTo>
                  <a:lnTo>
                    <a:pt x="216" y="2262"/>
                  </a:lnTo>
                  <a:lnTo>
                    <a:pt x="245" y="2282"/>
                  </a:lnTo>
                  <a:lnTo>
                    <a:pt x="277" y="2298"/>
                  </a:lnTo>
                  <a:lnTo>
                    <a:pt x="313" y="2308"/>
                  </a:lnTo>
                  <a:lnTo>
                    <a:pt x="349" y="2311"/>
                  </a:lnTo>
                  <a:lnTo>
                    <a:pt x="3311" y="2311"/>
                  </a:lnTo>
                  <a:lnTo>
                    <a:pt x="3347" y="2308"/>
                  </a:lnTo>
                  <a:lnTo>
                    <a:pt x="3383" y="2298"/>
                  </a:lnTo>
                  <a:lnTo>
                    <a:pt x="3415" y="2282"/>
                  </a:lnTo>
                  <a:lnTo>
                    <a:pt x="3444" y="2262"/>
                  </a:lnTo>
                  <a:lnTo>
                    <a:pt x="3469" y="2237"/>
                  </a:lnTo>
                  <a:lnTo>
                    <a:pt x="3490" y="2208"/>
                  </a:lnTo>
                  <a:lnTo>
                    <a:pt x="3505" y="2176"/>
                  </a:lnTo>
                  <a:lnTo>
                    <a:pt x="3515" y="2140"/>
                  </a:lnTo>
                  <a:lnTo>
                    <a:pt x="3518" y="2102"/>
                  </a:lnTo>
                  <a:lnTo>
                    <a:pt x="3518" y="2035"/>
                  </a:lnTo>
                  <a:lnTo>
                    <a:pt x="2279" y="2035"/>
                  </a:lnTo>
                  <a:lnTo>
                    <a:pt x="2264" y="2071"/>
                  </a:lnTo>
                  <a:lnTo>
                    <a:pt x="2244" y="2106"/>
                  </a:lnTo>
                  <a:lnTo>
                    <a:pt x="2219" y="2137"/>
                  </a:lnTo>
                  <a:lnTo>
                    <a:pt x="2189" y="2163"/>
                  </a:lnTo>
                  <a:lnTo>
                    <a:pt x="2156" y="2184"/>
                  </a:lnTo>
                  <a:lnTo>
                    <a:pt x="2119" y="2200"/>
                  </a:lnTo>
                  <a:lnTo>
                    <a:pt x="2081" y="2210"/>
                  </a:lnTo>
                  <a:lnTo>
                    <a:pt x="2039" y="2213"/>
                  </a:lnTo>
                  <a:lnTo>
                    <a:pt x="1621" y="2213"/>
                  </a:lnTo>
                  <a:lnTo>
                    <a:pt x="1579" y="2210"/>
                  </a:lnTo>
                  <a:lnTo>
                    <a:pt x="1541" y="2200"/>
                  </a:lnTo>
                  <a:lnTo>
                    <a:pt x="1504" y="2184"/>
                  </a:lnTo>
                  <a:lnTo>
                    <a:pt x="1471" y="2163"/>
                  </a:lnTo>
                  <a:lnTo>
                    <a:pt x="1441" y="2137"/>
                  </a:lnTo>
                  <a:lnTo>
                    <a:pt x="1416" y="2106"/>
                  </a:lnTo>
                  <a:lnTo>
                    <a:pt x="1396" y="2071"/>
                  </a:lnTo>
                  <a:lnTo>
                    <a:pt x="1381" y="2035"/>
                  </a:lnTo>
                  <a:lnTo>
                    <a:pt x="142" y="2035"/>
                  </a:lnTo>
                  <a:close/>
                  <a:moveTo>
                    <a:pt x="454" y="157"/>
                  </a:moveTo>
                  <a:lnTo>
                    <a:pt x="433" y="159"/>
                  </a:lnTo>
                  <a:lnTo>
                    <a:pt x="414" y="168"/>
                  </a:lnTo>
                  <a:lnTo>
                    <a:pt x="397" y="181"/>
                  </a:lnTo>
                  <a:lnTo>
                    <a:pt x="385" y="197"/>
                  </a:lnTo>
                  <a:lnTo>
                    <a:pt x="376" y="216"/>
                  </a:lnTo>
                  <a:lnTo>
                    <a:pt x="374" y="237"/>
                  </a:lnTo>
                  <a:lnTo>
                    <a:pt x="374" y="1893"/>
                  </a:lnTo>
                  <a:lnTo>
                    <a:pt x="1441" y="1893"/>
                  </a:lnTo>
                  <a:lnTo>
                    <a:pt x="1460" y="1895"/>
                  </a:lnTo>
                  <a:lnTo>
                    <a:pt x="1477" y="1902"/>
                  </a:lnTo>
                  <a:lnTo>
                    <a:pt x="1492" y="1913"/>
                  </a:lnTo>
                  <a:lnTo>
                    <a:pt x="1503" y="1927"/>
                  </a:lnTo>
                  <a:lnTo>
                    <a:pt x="1511" y="1945"/>
                  </a:lnTo>
                  <a:lnTo>
                    <a:pt x="1513" y="1964"/>
                  </a:lnTo>
                  <a:lnTo>
                    <a:pt x="1516" y="1988"/>
                  </a:lnTo>
                  <a:lnTo>
                    <a:pt x="1524" y="2011"/>
                  </a:lnTo>
                  <a:lnTo>
                    <a:pt x="1537" y="2031"/>
                  </a:lnTo>
                  <a:lnTo>
                    <a:pt x="1554" y="2048"/>
                  </a:lnTo>
                  <a:lnTo>
                    <a:pt x="1574" y="2061"/>
                  </a:lnTo>
                  <a:lnTo>
                    <a:pt x="1597" y="2069"/>
                  </a:lnTo>
                  <a:lnTo>
                    <a:pt x="1621" y="2072"/>
                  </a:lnTo>
                  <a:lnTo>
                    <a:pt x="2039" y="2072"/>
                  </a:lnTo>
                  <a:lnTo>
                    <a:pt x="2063" y="2069"/>
                  </a:lnTo>
                  <a:lnTo>
                    <a:pt x="2086" y="2061"/>
                  </a:lnTo>
                  <a:lnTo>
                    <a:pt x="2106" y="2048"/>
                  </a:lnTo>
                  <a:lnTo>
                    <a:pt x="2123" y="2031"/>
                  </a:lnTo>
                  <a:lnTo>
                    <a:pt x="2136" y="2011"/>
                  </a:lnTo>
                  <a:lnTo>
                    <a:pt x="2144" y="1988"/>
                  </a:lnTo>
                  <a:lnTo>
                    <a:pt x="2147" y="1964"/>
                  </a:lnTo>
                  <a:lnTo>
                    <a:pt x="2149" y="1944"/>
                  </a:lnTo>
                  <a:lnTo>
                    <a:pt x="2157" y="1926"/>
                  </a:lnTo>
                  <a:lnTo>
                    <a:pt x="2170" y="1912"/>
                  </a:lnTo>
                  <a:lnTo>
                    <a:pt x="2186" y="1900"/>
                  </a:lnTo>
                  <a:lnTo>
                    <a:pt x="2205" y="1894"/>
                  </a:lnTo>
                  <a:lnTo>
                    <a:pt x="2213" y="1893"/>
                  </a:lnTo>
                  <a:lnTo>
                    <a:pt x="2220" y="1893"/>
                  </a:lnTo>
                  <a:lnTo>
                    <a:pt x="3286" y="1893"/>
                  </a:lnTo>
                  <a:lnTo>
                    <a:pt x="3286" y="237"/>
                  </a:lnTo>
                  <a:lnTo>
                    <a:pt x="3284" y="216"/>
                  </a:lnTo>
                  <a:lnTo>
                    <a:pt x="3275" y="197"/>
                  </a:lnTo>
                  <a:lnTo>
                    <a:pt x="3263" y="181"/>
                  </a:lnTo>
                  <a:lnTo>
                    <a:pt x="3246" y="168"/>
                  </a:lnTo>
                  <a:lnTo>
                    <a:pt x="3227" y="159"/>
                  </a:lnTo>
                  <a:lnTo>
                    <a:pt x="3206" y="157"/>
                  </a:lnTo>
                  <a:lnTo>
                    <a:pt x="454" y="157"/>
                  </a:lnTo>
                  <a:close/>
                  <a:moveTo>
                    <a:pt x="454" y="0"/>
                  </a:moveTo>
                  <a:lnTo>
                    <a:pt x="3206" y="0"/>
                  </a:lnTo>
                  <a:lnTo>
                    <a:pt x="3244" y="3"/>
                  </a:lnTo>
                  <a:lnTo>
                    <a:pt x="3281" y="12"/>
                  </a:lnTo>
                  <a:lnTo>
                    <a:pt x="3315" y="26"/>
                  </a:lnTo>
                  <a:lnTo>
                    <a:pt x="3346" y="45"/>
                  </a:lnTo>
                  <a:lnTo>
                    <a:pt x="3374" y="70"/>
                  </a:lnTo>
                  <a:lnTo>
                    <a:pt x="3398" y="97"/>
                  </a:lnTo>
                  <a:lnTo>
                    <a:pt x="3417" y="128"/>
                  </a:lnTo>
                  <a:lnTo>
                    <a:pt x="3432" y="163"/>
                  </a:lnTo>
                  <a:lnTo>
                    <a:pt x="3440" y="199"/>
                  </a:lnTo>
                  <a:lnTo>
                    <a:pt x="3444" y="237"/>
                  </a:lnTo>
                  <a:lnTo>
                    <a:pt x="3444" y="1893"/>
                  </a:lnTo>
                  <a:lnTo>
                    <a:pt x="3589" y="1893"/>
                  </a:lnTo>
                  <a:lnTo>
                    <a:pt x="3608" y="1895"/>
                  </a:lnTo>
                  <a:lnTo>
                    <a:pt x="3625" y="1903"/>
                  </a:lnTo>
                  <a:lnTo>
                    <a:pt x="3639" y="1914"/>
                  </a:lnTo>
                  <a:lnTo>
                    <a:pt x="3650" y="1928"/>
                  </a:lnTo>
                  <a:lnTo>
                    <a:pt x="3658" y="1945"/>
                  </a:lnTo>
                  <a:lnTo>
                    <a:pt x="3660" y="1964"/>
                  </a:lnTo>
                  <a:lnTo>
                    <a:pt x="3660" y="2102"/>
                  </a:lnTo>
                  <a:lnTo>
                    <a:pt x="3657" y="2150"/>
                  </a:lnTo>
                  <a:lnTo>
                    <a:pt x="3648" y="2196"/>
                  </a:lnTo>
                  <a:lnTo>
                    <a:pt x="3632" y="2239"/>
                  </a:lnTo>
                  <a:lnTo>
                    <a:pt x="3612" y="2279"/>
                  </a:lnTo>
                  <a:lnTo>
                    <a:pt x="3587" y="2317"/>
                  </a:lnTo>
                  <a:lnTo>
                    <a:pt x="3558" y="2350"/>
                  </a:lnTo>
                  <a:lnTo>
                    <a:pt x="3524" y="2380"/>
                  </a:lnTo>
                  <a:lnTo>
                    <a:pt x="3487" y="2404"/>
                  </a:lnTo>
                  <a:lnTo>
                    <a:pt x="3446" y="2425"/>
                  </a:lnTo>
                  <a:lnTo>
                    <a:pt x="3403" y="2440"/>
                  </a:lnTo>
                  <a:lnTo>
                    <a:pt x="3357" y="2450"/>
                  </a:lnTo>
                  <a:lnTo>
                    <a:pt x="3311" y="2453"/>
                  </a:lnTo>
                  <a:lnTo>
                    <a:pt x="349" y="2453"/>
                  </a:lnTo>
                  <a:lnTo>
                    <a:pt x="303" y="2450"/>
                  </a:lnTo>
                  <a:lnTo>
                    <a:pt x="257" y="2440"/>
                  </a:lnTo>
                  <a:lnTo>
                    <a:pt x="214" y="2425"/>
                  </a:lnTo>
                  <a:lnTo>
                    <a:pt x="173" y="2404"/>
                  </a:lnTo>
                  <a:lnTo>
                    <a:pt x="136" y="2380"/>
                  </a:lnTo>
                  <a:lnTo>
                    <a:pt x="102" y="2350"/>
                  </a:lnTo>
                  <a:lnTo>
                    <a:pt x="73" y="2317"/>
                  </a:lnTo>
                  <a:lnTo>
                    <a:pt x="48" y="2279"/>
                  </a:lnTo>
                  <a:lnTo>
                    <a:pt x="28" y="2239"/>
                  </a:lnTo>
                  <a:lnTo>
                    <a:pt x="12" y="2196"/>
                  </a:lnTo>
                  <a:lnTo>
                    <a:pt x="3" y="2150"/>
                  </a:lnTo>
                  <a:lnTo>
                    <a:pt x="0" y="2102"/>
                  </a:lnTo>
                  <a:lnTo>
                    <a:pt x="0" y="1964"/>
                  </a:lnTo>
                  <a:lnTo>
                    <a:pt x="2" y="1945"/>
                  </a:lnTo>
                  <a:lnTo>
                    <a:pt x="10" y="1928"/>
                  </a:lnTo>
                  <a:lnTo>
                    <a:pt x="21" y="1914"/>
                  </a:lnTo>
                  <a:lnTo>
                    <a:pt x="35" y="1903"/>
                  </a:lnTo>
                  <a:lnTo>
                    <a:pt x="52" y="1895"/>
                  </a:lnTo>
                  <a:lnTo>
                    <a:pt x="71" y="1893"/>
                  </a:lnTo>
                  <a:lnTo>
                    <a:pt x="216" y="1893"/>
                  </a:lnTo>
                  <a:lnTo>
                    <a:pt x="216" y="237"/>
                  </a:lnTo>
                  <a:lnTo>
                    <a:pt x="220" y="199"/>
                  </a:lnTo>
                  <a:lnTo>
                    <a:pt x="228" y="163"/>
                  </a:lnTo>
                  <a:lnTo>
                    <a:pt x="243" y="128"/>
                  </a:lnTo>
                  <a:lnTo>
                    <a:pt x="262" y="97"/>
                  </a:lnTo>
                  <a:lnTo>
                    <a:pt x="286" y="70"/>
                  </a:lnTo>
                  <a:lnTo>
                    <a:pt x="314" y="45"/>
                  </a:lnTo>
                  <a:lnTo>
                    <a:pt x="345" y="26"/>
                  </a:lnTo>
                  <a:lnTo>
                    <a:pt x="379" y="12"/>
                  </a:lnTo>
                  <a:lnTo>
                    <a:pt x="416" y="3"/>
                  </a:lnTo>
                  <a:lnTo>
                    <a:pt x="4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55" name="Freeform 258"/>
            <p:cNvSpPr/>
            <p:nvPr/>
          </p:nvSpPr>
          <p:spPr bwMode="auto">
            <a:xfrm>
              <a:off x="876300" y="3667125"/>
              <a:ext cx="103188" cy="104775"/>
            </a:xfrm>
            <a:custGeom>
              <a:avLst/>
              <a:gdLst>
                <a:gd name="T0" fmla="*/ 575 w 654"/>
                <a:gd name="T1" fmla="*/ 0 h 653"/>
                <a:gd name="T2" fmla="*/ 595 w 654"/>
                <a:gd name="T3" fmla="*/ 3 h 653"/>
                <a:gd name="T4" fmla="*/ 614 w 654"/>
                <a:gd name="T5" fmla="*/ 10 h 653"/>
                <a:gd name="T6" fmla="*/ 630 w 654"/>
                <a:gd name="T7" fmla="*/ 23 h 653"/>
                <a:gd name="T8" fmla="*/ 644 w 654"/>
                <a:gd name="T9" fmla="*/ 40 h 653"/>
                <a:gd name="T10" fmla="*/ 652 w 654"/>
                <a:gd name="T11" fmla="*/ 59 h 653"/>
                <a:gd name="T12" fmla="*/ 654 w 654"/>
                <a:gd name="T13" fmla="*/ 79 h 653"/>
                <a:gd name="T14" fmla="*/ 652 w 654"/>
                <a:gd name="T15" fmla="*/ 99 h 653"/>
                <a:gd name="T16" fmla="*/ 644 w 654"/>
                <a:gd name="T17" fmla="*/ 118 h 653"/>
                <a:gd name="T18" fmla="*/ 630 w 654"/>
                <a:gd name="T19" fmla="*/ 135 h 653"/>
                <a:gd name="T20" fmla="*/ 136 w 654"/>
                <a:gd name="T21" fmla="*/ 630 h 653"/>
                <a:gd name="T22" fmla="*/ 118 w 654"/>
                <a:gd name="T23" fmla="*/ 643 h 653"/>
                <a:gd name="T24" fmla="*/ 99 w 654"/>
                <a:gd name="T25" fmla="*/ 651 h 653"/>
                <a:gd name="T26" fmla="*/ 79 w 654"/>
                <a:gd name="T27" fmla="*/ 653 h 653"/>
                <a:gd name="T28" fmla="*/ 59 w 654"/>
                <a:gd name="T29" fmla="*/ 651 h 653"/>
                <a:gd name="T30" fmla="*/ 40 w 654"/>
                <a:gd name="T31" fmla="*/ 643 h 653"/>
                <a:gd name="T32" fmla="*/ 24 w 654"/>
                <a:gd name="T33" fmla="*/ 630 h 653"/>
                <a:gd name="T34" fmla="*/ 12 w 654"/>
                <a:gd name="T35" fmla="*/ 613 h 653"/>
                <a:gd name="T36" fmla="*/ 4 w 654"/>
                <a:gd name="T37" fmla="*/ 594 h 653"/>
                <a:gd name="T38" fmla="*/ 0 w 654"/>
                <a:gd name="T39" fmla="*/ 574 h 653"/>
                <a:gd name="T40" fmla="*/ 4 w 654"/>
                <a:gd name="T41" fmla="*/ 554 h 653"/>
                <a:gd name="T42" fmla="*/ 12 w 654"/>
                <a:gd name="T43" fmla="*/ 535 h 653"/>
                <a:gd name="T44" fmla="*/ 24 w 654"/>
                <a:gd name="T45" fmla="*/ 519 h 653"/>
                <a:gd name="T46" fmla="*/ 520 w 654"/>
                <a:gd name="T47" fmla="*/ 23 h 653"/>
                <a:gd name="T48" fmla="*/ 536 w 654"/>
                <a:gd name="T49" fmla="*/ 10 h 653"/>
                <a:gd name="T50" fmla="*/ 555 w 654"/>
                <a:gd name="T51" fmla="*/ 3 h 653"/>
                <a:gd name="T52" fmla="*/ 575 w 654"/>
                <a:gd name="T53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4" h="653">
                  <a:moveTo>
                    <a:pt x="575" y="0"/>
                  </a:moveTo>
                  <a:lnTo>
                    <a:pt x="595" y="3"/>
                  </a:lnTo>
                  <a:lnTo>
                    <a:pt x="614" y="10"/>
                  </a:lnTo>
                  <a:lnTo>
                    <a:pt x="630" y="23"/>
                  </a:lnTo>
                  <a:lnTo>
                    <a:pt x="644" y="40"/>
                  </a:lnTo>
                  <a:lnTo>
                    <a:pt x="652" y="59"/>
                  </a:lnTo>
                  <a:lnTo>
                    <a:pt x="654" y="79"/>
                  </a:lnTo>
                  <a:lnTo>
                    <a:pt x="652" y="99"/>
                  </a:lnTo>
                  <a:lnTo>
                    <a:pt x="644" y="118"/>
                  </a:lnTo>
                  <a:lnTo>
                    <a:pt x="630" y="135"/>
                  </a:lnTo>
                  <a:lnTo>
                    <a:pt x="136" y="630"/>
                  </a:lnTo>
                  <a:lnTo>
                    <a:pt x="118" y="643"/>
                  </a:lnTo>
                  <a:lnTo>
                    <a:pt x="99" y="651"/>
                  </a:lnTo>
                  <a:lnTo>
                    <a:pt x="79" y="653"/>
                  </a:lnTo>
                  <a:lnTo>
                    <a:pt x="59" y="651"/>
                  </a:lnTo>
                  <a:lnTo>
                    <a:pt x="40" y="643"/>
                  </a:lnTo>
                  <a:lnTo>
                    <a:pt x="24" y="630"/>
                  </a:lnTo>
                  <a:lnTo>
                    <a:pt x="12" y="613"/>
                  </a:lnTo>
                  <a:lnTo>
                    <a:pt x="4" y="594"/>
                  </a:lnTo>
                  <a:lnTo>
                    <a:pt x="0" y="574"/>
                  </a:lnTo>
                  <a:lnTo>
                    <a:pt x="4" y="554"/>
                  </a:lnTo>
                  <a:lnTo>
                    <a:pt x="12" y="535"/>
                  </a:lnTo>
                  <a:lnTo>
                    <a:pt x="24" y="519"/>
                  </a:lnTo>
                  <a:lnTo>
                    <a:pt x="520" y="23"/>
                  </a:lnTo>
                  <a:lnTo>
                    <a:pt x="536" y="10"/>
                  </a:lnTo>
                  <a:lnTo>
                    <a:pt x="555" y="3"/>
                  </a:lnTo>
                  <a:lnTo>
                    <a:pt x="5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56" name="Freeform 259"/>
            <p:cNvSpPr/>
            <p:nvPr/>
          </p:nvSpPr>
          <p:spPr bwMode="auto">
            <a:xfrm>
              <a:off x="969963" y="3713163"/>
              <a:ext cx="55563" cy="57150"/>
            </a:xfrm>
            <a:custGeom>
              <a:avLst/>
              <a:gdLst>
                <a:gd name="T0" fmla="*/ 276 w 355"/>
                <a:gd name="T1" fmla="*/ 0 h 355"/>
                <a:gd name="T2" fmla="*/ 296 w 355"/>
                <a:gd name="T3" fmla="*/ 3 h 355"/>
                <a:gd name="T4" fmla="*/ 315 w 355"/>
                <a:gd name="T5" fmla="*/ 11 h 355"/>
                <a:gd name="T6" fmla="*/ 331 w 355"/>
                <a:gd name="T7" fmla="*/ 23 h 355"/>
                <a:gd name="T8" fmla="*/ 345 w 355"/>
                <a:gd name="T9" fmla="*/ 40 h 355"/>
                <a:gd name="T10" fmla="*/ 351 w 355"/>
                <a:gd name="T11" fmla="*/ 59 h 355"/>
                <a:gd name="T12" fmla="*/ 355 w 355"/>
                <a:gd name="T13" fmla="*/ 79 h 355"/>
                <a:gd name="T14" fmla="*/ 351 w 355"/>
                <a:gd name="T15" fmla="*/ 99 h 355"/>
                <a:gd name="T16" fmla="*/ 345 w 355"/>
                <a:gd name="T17" fmla="*/ 118 h 355"/>
                <a:gd name="T18" fmla="*/ 331 w 355"/>
                <a:gd name="T19" fmla="*/ 135 h 355"/>
                <a:gd name="T20" fmla="*/ 134 w 355"/>
                <a:gd name="T21" fmla="*/ 333 h 355"/>
                <a:gd name="T22" fmla="*/ 117 w 355"/>
                <a:gd name="T23" fmla="*/ 345 h 355"/>
                <a:gd name="T24" fmla="*/ 98 w 355"/>
                <a:gd name="T25" fmla="*/ 353 h 355"/>
                <a:gd name="T26" fmla="*/ 78 w 355"/>
                <a:gd name="T27" fmla="*/ 355 h 355"/>
                <a:gd name="T28" fmla="*/ 59 w 355"/>
                <a:gd name="T29" fmla="*/ 353 h 355"/>
                <a:gd name="T30" fmla="*/ 40 w 355"/>
                <a:gd name="T31" fmla="*/ 345 h 355"/>
                <a:gd name="T32" fmla="*/ 23 w 355"/>
                <a:gd name="T33" fmla="*/ 333 h 355"/>
                <a:gd name="T34" fmla="*/ 10 w 355"/>
                <a:gd name="T35" fmla="*/ 315 h 355"/>
                <a:gd name="T36" fmla="*/ 2 w 355"/>
                <a:gd name="T37" fmla="*/ 296 h 355"/>
                <a:gd name="T38" fmla="*/ 0 w 355"/>
                <a:gd name="T39" fmla="*/ 276 h 355"/>
                <a:gd name="T40" fmla="*/ 2 w 355"/>
                <a:gd name="T41" fmla="*/ 256 h 355"/>
                <a:gd name="T42" fmla="*/ 10 w 355"/>
                <a:gd name="T43" fmla="*/ 237 h 355"/>
                <a:gd name="T44" fmla="*/ 23 w 355"/>
                <a:gd name="T45" fmla="*/ 221 h 355"/>
                <a:gd name="T46" fmla="*/ 220 w 355"/>
                <a:gd name="T47" fmla="*/ 23 h 355"/>
                <a:gd name="T48" fmla="*/ 237 w 355"/>
                <a:gd name="T49" fmla="*/ 11 h 355"/>
                <a:gd name="T50" fmla="*/ 256 w 355"/>
                <a:gd name="T51" fmla="*/ 3 h 355"/>
                <a:gd name="T52" fmla="*/ 276 w 355"/>
                <a:gd name="T5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5" h="355">
                  <a:moveTo>
                    <a:pt x="276" y="0"/>
                  </a:moveTo>
                  <a:lnTo>
                    <a:pt x="296" y="3"/>
                  </a:lnTo>
                  <a:lnTo>
                    <a:pt x="315" y="11"/>
                  </a:lnTo>
                  <a:lnTo>
                    <a:pt x="331" y="23"/>
                  </a:lnTo>
                  <a:lnTo>
                    <a:pt x="345" y="40"/>
                  </a:lnTo>
                  <a:lnTo>
                    <a:pt x="351" y="59"/>
                  </a:lnTo>
                  <a:lnTo>
                    <a:pt x="355" y="79"/>
                  </a:lnTo>
                  <a:lnTo>
                    <a:pt x="351" y="99"/>
                  </a:lnTo>
                  <a:lnTo>
                    <a:pt x="345" y="118"/>
                  </a:lnTo>
                  <a:lnTo>
                    <a:pt x="331" y="135"/>
                  </a:lnTo>
                  <a:lnTo>
                    <a:pt x="134" y="333"/>
                  </a:lnTo>
                  <a:lnTo>
                    <a:pt x="117" y="345"/>
                  </a:lnTo>
                  <a:lnTo>
                    <a:pt x="98" y="353"/>
                  </a:lnTo>
                  <a:lnTo>
                    <a:pt x="78" y="355"/>
                  </a:lnTo>
                  <a:lnTo>
                    <a:pt x="59" y="353"/>
                  </a:lnTo>
                  <a:lnTo>
                    <a:pt x="40" y="345"/>
                  </a:lnTo>
                  <a:lnTo>
                    <a:pt x="23" y="333"/>
                  </a:lnTo>
                  <a:lnTo>
                    <a:pt x="10" y="315"/>
                  </a:lnTo>
                  <a:lnTo>
                    <a:pt x="2" y="296"/>
                  </a:lnTo>
                  <a:lnTo>
                    <a:pt x="0" y="276"/>
                  </a:lnTo>
                  <a:lnTo>
                    <a:pt x="2" y="256"/>
                  </a:lnTo>
                  <a:lnTo>
                    <a:pt x="10" y="237"/>
                  </a:lnTo>
                  <a:lnTo>
                    <a:pt x="23" y="221"/>
                  </a:lnTo>
                  <a:lnTo>
                    <a:pt x="220" y="23"/>
                  </a:lnTo>
                  <a:lnTo>
                    <a:pt x="237" y="11"/>
                  </a:lnTo>
                  <a:lnTo>
                    <a:pt x="256" y="3"/>
                  </a:lnTo>
                  <a:lnTo>
                    <a:pt x="2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585226" y="2131722"/>
            <a:ext cx="1973548" cy="1973549"/>
            <a:chOff x="3585228" y="2424351"/>
            <a:chExt cx="1973548" cy="1973549"/>
          </a:xfrm>
        </p:grpSpPr>
        <p:sp>
          <p:nvSpPr>
            <p:cNvPr id="113" name="Oval 5"/>
            <p:cNvSpPr/>
            <p:nvPr/>
          </p:nvSpPr>
          <p:spPr>
            <a:xfrm>
              <a:off x="3585228" y="2424351"/>
              <a:ext cx="1973548" cy="1973549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4" name="Oval 4"/>
            <p:cNvSpPr/>
            <p:nvPr/>
          </p:nvSpPr>
          <p:spPr>
            <a:xfrm>
              <a:off x="3727092" y="2566215"/>
              <a:ext cx="1689820" cy="1689821"/>
            </a:xfrm>
            <a:prstGeom prst="ellipse">
              <a:avLst/>
            </a:prstGeom>
            <a:solidFill>
              <a:srgbClr val="F8F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57" name="Freeform 264"/>
            <p:cNvSpPr>
              <a:spLocks noEditPoints="1"/>
            </p:cNvSpPr>
            <p:nvPr/>
          </p:nvSpPr>
          <p:spPr bwMode="auto">
            <a:xfrm>
              <a:off x="4271552" y="2824578"/>
              <a:ext cx="600899" cy="600897"/>
            </a:xfrm>
            <a:custGeom>
              <a:avLst/>
              <a:gdLst>
                <a:gd name="T0" fmla="*/ 1036 w 3366"/>
                <a:gd name="T1" fmla="*/ 2650 h 3366"/>
                <a:gd name="T2" fmla="*/ 938 w 3366"/>
                <a:gd name="T3" fmla="*/ 187 h 3366"/>
                <a:gd name="T4" fmla="*/ 759 w 3366"/>
                <a:gd name="T5" fmla="*/ 343 h 3366"/>
                <a:gd name="T6" fmla="*/ 549 w 3366"/>
                <a:gd name="T7" fmla="*/ 514 h 3366"/>
                <a:gd name="T8" fmla="*/ 310 w 3366"/>
                <a:gd name="T9" fmla="*/ 679 h 3366"/>
                <a:gd name="T10" fmla="*/ 168 w 3366"/>
                <a:gd name="T11" fmla="*/ 932 h 3366"/>
                <a:gd name="T12" fmla="*/ 154 w 3366"/>
                <a:gd name="T13" fmla="*/ 1233 h 3366"/>
                <a:gd name="T14" fmla="*/ 273 w 3366"/>
                <a:gd name="T15" fmla="*/ 1500 h 3366"/>
                <a:gd name="T16" fmla="*/ 495 w 3366"/>
                <a:gd name="T17" fmla="*/ 1686 h 3366"/>
                <a:gd name="T18" fmla="*/ 785 w 3366"/>
                <a:gd name="T19" fmla="*/ 1755 h 3366"/>
                <a:gd name="T20" fmla="*/ 2973 w 3366"/>
                <a:gd name="T21" fmla="*/ 1712 h 3366"/>
                <a:gd name="T22" fmla="*/ 3150 w 3366"/>
                <a:gd name="T23" fmla="*/ 1553 h 3366"/>
                <a:gd name="T24" fmla="*/ 3217 w 3366"/>
                <a:gd name="T25" fmla="*/ 1318 h 3366"/>
                <a:gd name="T26" fmla="*/ 3150 w 3366"/>
                <a:gd name="T27" fmla="*/ 1083 h 3366"/>
                <a:gd name="T28" fmla="*/ 2973 w 3366"/>
                <a:gd name="T29" fmla="*/ 925 h 3366"/>
                <a:gd name="T30" fmla="*/ 2751 w 3366"/>
                <a:gd name="T31" fmla="*/ 882 h 3366"/>
                <a:gd name="T32" fmla="*/ 2614 w 3366"/>
                <a:gd name="T33" fmla="*/ 910 h 3366"/>
                <a:gd name="T34" fmla="*/ 2540 w 3366"/>
                <a:gd name="T35" fmla="*/ 937 h 3366"/>
                <a:gd name="T36" fmla="*/ 2547 w 3366"/>
                <a:gd name="T37" fmla="*/ 898 h 3366"/>
                <a:gd name="T38" fmla="*/ 2559 w 3366"/>
                <a:gd name="T39" fmla="*/ 767 h 3366"/>
                <a:gd name="T40" fmla="*/ 2486 w 3366"/>
                <a:gd name="T41" fmla="*/ 481 h 3366"/>
                <a:gd name="T42" fmla="*/ 2293 w 3366"/>
                <a:gd name="T43" fmla="*/ 268 h 3366"/>
                <a:gd name="T44" fmla="*/ 2020 w 3366"/>
                <a:gd name="T45" fmla="*/ 168 h 3366"/>
                <a:gd name="T46" fmla="*/ 1787 w 3366"/>
                <a:gd name="T47" fmla="*/ 191 h 3366"/>
                <a:gd name="T48" fmla="*/ 1627 w 3366"/>
                <a:gd name="T49" fmla="*/ 266 h 3366"/>
                <a:gd name="T50" fmla="*/ 1537 w 3366"/>
                <a:gd name="T51" fmla="*/ 336 h 3366"/>
                <a:gd name="T52" fmla="*/ 1515 w 3366"/>
                <a:gd name="T53" fmla="*/ 343 h 3366"/>
                <a:gd name="T54" fmla="*/ 1447 w 3366"/>
                <a:gd name="T55" fmla="*/ 274 h 3366"/>
                <a:gd name="T56" fmla="*/ 1314 w 3366"/>
                <a:gd name="T57" fmla="*/ 187 h 3366"/>
                <a:gd name="T58" fmla="*/ 1129 w 3366"/>
                <a:gd name="T59" fmla="*/ 144 h 3366"/>
                <a:gd name="T60" fmla="*/ 1346 w 3366"/>
                <a:gd name="T61" fmla="*/ 40 h 3366"/>
                <a:gd name="T62" fmla="*/ 1583 w 3366"/>
                <a:gd name="T63" fmla="*/ 116 h 3366"/>
                <a:gd name="T64" fmla="*/ 1891 w 3366"/>
                <a:gd name="T65" fmla="*/ 18 h 3366"/>
                <a:gd name="T66" fmla="*/ 2212 w 3366"/>
                <a:gd name="T67" fmla="*/ 60 h 3366"/>
                <a:gd name="T68" fmla="*/ 2477 w 3366"/>
                <a:gd name="T69" fmla="*/ 227 h 3366"/>
                <a:gd name="T70" fmla="*/ 2651 w 3366"/>
                <a:gd name="T71" fmla="*/ 489 h 3366"/>
                <a:gd name="T72" fmla="*/ 2730 w 3366"/>
                <a:gd name="T73" fmla="*/ 741 h 3366"/>
                <a:gd name="T74" fmla="*/ 2960 w 3366"/>
                <a:gd name="T75" fmla="*/ 764 h 3366"/>
                <a:gd name="T76" fmla="*/ 3197 w 3366"/>
                <a:gd name="T77" fmla="*/ 908 h 3366"/>
                <a:gd name="T78" fmla="*/ 3341 w 3366"/>
                <a:gd name="T79" fmla="*/ 1145 h 3366"/>
                <a:gd name="T80" fmla="*/ 3354 w 3366"/>
                <a:gd name="T81" fmla="*/ 1435 h 3366"/>
                <a:gd name="T82" fmla="*/ 3231 w 3366"/>
                <a:gd name="T83" fmla="*/ 1688 h 3366"/>
                <a:gd name="T84" fmla="*/ 3007 w 3366"/>
                <a:gd name="T85" fmla="*/ 1852 h 3366"/>
                <a:gd name="T86" fmla="*/ 1751 w 3366"/>
                <a:gd name="T87" fmla="*/ 1898 h 3366"/>
                <a:gd name="T88" fmla="*/ 3287 w 3366"/>
                <a:gd name="T89" fmla="*/ 3008 h 3366"/>
                <a:gd name="T90" fmla="*/ 71 w 3366"/>
                <a:gd name="T91" fmla="*/ 3008 h 3366"/>
                <a:gd name="T92" fmla="*/ 1608 w 3366"/>
                <a:gd name="T93" fmla="*/ 1898 h 3366"/>
                <a:gd name="T94" fmla="*/ 511 w 3366"/>
                <a:gd name="T95" fmla="*/ 1849 h 3366"/>
                <a:gd name="T96" fmla="*/ 230 w 3366"/>
                <a:gd name="T97" fmla="*/ 1668 h 3366"/>
                <a:gd name="T98" fmla="*/ 49 w 3366"/>
                <a:gd name="T99" fmla="*/ 1386 h 3366"/>
                <a:gd name="T100" fmla="*/ 3 w 3366"/>
                <a:gd name="T101" fmla="*/ 1042 h 3366"/>
                <a:gd name="T102" fmla="*/ 98 w 3366"/>
                <a:gd name="T103" fmla="*/ 729 h 3366"/>
                <a:gd name="T104" fmla="*/ 306 w 3366"/>
                <a:gd name="T105" fmla="*/ 486 h 3366"/>
                <a:gd name="T106" fmla="*/ 601 w 3366"/>
                <a:gd name="T107" fmla="*/ 344 h 3366"/>
                <a:gd name="T108" fmla="*/ 772 w 3366"/>
                <a:gd name="T109" fmla="*/ 126 h 3366"/>
                <a:gd name="T110" fmla="*/ 1023 w 3366"/>
                <a:gd name="T111" fmla="*/ 11 h 3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66" h="3366">
                  <a:moveTo>
                    <a:pt x="1036" y="2650"/>
                  </a:moveTo>
                  <a:lnTo>
                    <a:pt x="1036" y="3222"/>
                  </a:lnTo>
                  <a:lnTo>
                    <a:pt x="2323" y="3222"/>
                  </a:lnTo>
                  <a:lnTo>
                    <a:pt x="2323" y="2650"/>
                  </a:lnTo>
                  <a:lnTo>
                    <a:pt x="1036" y="2650"/>
                  </a:lnTo>
                  <a:close/>
                  <a:moveTo>
                    <a:pt x="1129" y="144"/>
                  </a:moveTo>
                  <a:lnTo>
                    <a:pt x="1078" y="146"/>
                  </a:lnTo>
                  <a:lnTo>
                    <a:pt x="1030" y="155"/>
                  </a:lnTo>
                  <a:lnTo>
                    <a:pt x="983" y="168"/>
                  </a:lnTo>
                  <a:lnTo>
                    <a:pt x="938" y="187"/>
                  </a:lnTo>
                  <a:lnTo>
                    <a:pt x="897" y="209"/>
                  </a:lnTo>
                  <a:lnTo>
                    <a:pt x="857" y="237"/>
                  </a:lnTo>
                  <a:lnTo>
                    <a:pt x="821" y="268"/>
                  </a:lnTo>
                  <a:lnTo>
                    <a:pt x="787" y="303"/>
                  </a:lnTo>
                  <a:lnTo>
                    <a:pt x="759" y="343"/>
                  </a:lnTo>
                  <a:lnTo>
                    <a:pt x="734" y="385"/>
                  </a:lnTo>
                  <a:lnTo>
                    <a:pt x="714" y="430"/>
                  </a:lnTo>
                  <a:lnTo>
                    <a:pt x="664" y="480"/>
                  </a:lnTo>
                  <a:lnTo>
                    <a:pt x="606" y="495"/>
                  </a:lnTo>
                  <a:lnTo>
                    <a:pt x="549" y="514"/>
                  </a:lnTo>
                  <a:lnTo>
                    <a:pt x="495" y="538"/>
                  </a:lnTo>
                  <a:lnTo>
                    <a:pt x="444" y="567"/>
                  </a:lnTo>
                  <a:lnTo>
                    <a:pt x="396" y="601"/>
                  </a:lnTo>
                  <a:lnTo>
                    <a:pt x="351" y="638"/>
                  </a:lnTo>
                  <a:lnTo>
                    <a:pt x="310" y="679"/>
                  </a:lnTo>
                  <a:lnTo>
                    <a:pt x="273" y="724"/>
                  </a:lnTo>
                  <a:lnTo>
                    <a:pt x="240" y="772"/>
                  </a:lnTo>
                  <a:lnTo>
                    <a:pt x="211" y="823"/>
                  </a:lnTo>
                  <a:lnTo>
                    <a:pt x="188" y="876"/>
                  </a:lnTo>
                  <a:lnTo>
                    <a:pt x="168" y="932"/>
                  </a:lnTo>
                  <a:lnTo>
                    <a:pt x="154" y="989"/>
                  </a:lnTo>
                  <a:lnTo>
                    <a:pt x="146" y="1050"/>
                  </a:lnTo>
                  <a:lnTo>
                    <a:pt x="143" y="1110"/>
                  </a:lnTo>
                  <a:lnTo>
                    <a:pt x="146" y="1172"/>
                  </a:lnTo>
                  <a:lnTo>
                    <a:pt x="154" y="1233"/>
                  </a:lnTo>
                  <a:lnTo>
                    <a:pt x="168" y="1291"/>
                  </a:lnTo>
                  <a:lnTo>
                    <a:pt x="188" y="1348"/>
                  </a:lnTo>
                  <a:lnTo>
                    <a:pt x="211" y="1401"/>
                  </a:lnTo>
                  <a:lnTo>
                    <a:pt x="241" y="1452"/>
                  </a:lnTo>
                  <a:lnTo>
                    <a:pt x="273" y="1500"/>
                  </a:lnTo>
                  <a:lnTo>
                    <a:pt x="310" y="1545"/>
                  </a:lnTo>
                  <a:lnTo>
                    <a:pt x="351" y="1587"/>
                  </a:lnTo>
                  <a:lnTo>
                    <a:pt x="396" y="1624"/>
                  </a:lnTo>
                  <a:lnTo>
                    <a:pt x="444" y="1658"/>
                  </a:lnTo>
                  <a:lnTo>
                    <a:pt x="495" y="1686"/>
                  </a:lnTo>
                  <a:lnTo>
                    <a:pt x="549" y="1710"/>
                  </a:lnTo>
                  <a:lnTo>
                    <a:pt x="605" y="1729"/>
                  </a:lnTo>
                  <a:lnTo>
                    <a:pt x="663" y="1743"/>
                  </a:lnTo>
                  <a:lnTo>
                    <a:pt x="723" y="1752"/>
                  </a:lnTo>
                  <a:lnTo>
                    <a:pt x="785" y="1755"/>
                  </a:lnTo>
                  <a:lnTo>
                    <a:pt x="2781" y="1755"/>
                  </a:lnTo>
                  <a:lnTo>
                    <a:pt x="2832" y="1752"/>
                  </a:lnTo>
                  <a:lnTo>
                    <a:pt x="2882" y="1744"/>
                  </a:lnTo>
                  <a:lnTo>
                    <a:pt x="2928" y="1730"/>
                  </a:lnTo>
                  <a:lnTo>
                    <a:pt x="2973" y="1712"/>
                  </a:lnTo>
                  <a:lnTo>
                    <a:pt x="3015" y="1688"/>
                  </a:lnTo>
                  <a:lnTo>
                    <a:pt x="3055" y="1660"/>
                  </a:lnTo>
                  <a:lnTo>
                    <a:pt x="3090" y="1628"/>
                  </a:lnTo>
                  <a:lnTo>
                    <a:pt x="3122" y="1592"/>
                  </a:lnTo>
                  <a:lnTo>
                    <a:pt x="3150" y="1553"/>
                  </a:lnTo>
                  <a:lnTo>
                    <a:pt x="3173" y="1512"/>
                  </a:lnTo>
                  <a:lnTo>
                    <a:pt x="3192" y="1467"/>
                  </a:lnTo>
                  <a:lnTo>
                    <a:pt x="3206" y="1419"/>
                  </a:lnTo>
                  <a:lnTo>
                    <a:pt x="3214" y="1370"/>
                  </a:lnTo>
                  <a:lnTo>
                    <a:pt x="3217" y="1318"/>
                  </a:lnTo>
                  <a:lnTo>
                    <a:pt x="3214" y="1267"/>
                  </a:lnTo>
                  <a:lnTo>
                    <a:pt x="3206" y="1217"/>
                  </a:lnTo>
                  <a:lnTo>
                    <a:pt x="3192" y="1170"/>
                  </a:lnTo>
                  <a:lnTo>
                    <a:pt x="3173" y="1125"/>
                  </a:lnTo>
                  <a:lnTo>
                    <a:pt x="3150" y="1083"/>
                  </a:lnTo>
                  <a:lnTo>
                    <a:pt x="3122" y="1043"/>
                  </a:lnTo>
                  <a:lnTo>
                    <a:pt x="3090" y="1009"/>
                  </a:lnTo>
                  <a:lnTo>
                    <a:pt x="3055" y="976"/>
                  </a:lnTo>
                  <a:lnTo>
                    <a:pt x="3015" y="949"/>
                  </a:lnTo>
                  <a:lnTo>
                    <a:pt x="2973" y="925"/>
                  </a:lnTo>
                  <a:lnTo>
                    <a:pt x="2928" y="907"/>
                  </a:lnTo>
                  <a:lnTo>
                    <a:pt x="2882" y="893"/>
                  </a:lnTo>
                  <a:lnTo>
                    <a:pt x="2832" y="884"/>
                  </a:lnTo>
                  <a:lnTo>
                    <a:pt x="2781" y="881"/>
                  </a:lnTo>
                  <a:lnTo>
                    <a:pt x="2751" y="882"/>
                  </a:lnTo>
                  <a:lnTo>
                    <a:pt x="2721" y="885"/>
                  </a:lnTo>
                  <a:lnTo>
                    <a:pt x="2692" y="890"/>
                  </a:lnTo>
                  <a:lnTo>
                    <a:pt x="2664" y="897"/>
                  </a:lnTo>
                  <a:lnTo>
                    <a:pt x="2638" y="903"/>
                  </a:lnTo>
                  <a:lnTo>
                    <a:pt x="2614" y="910"/>
                  </a:lnTo>
                  <a:lnTo>
                    <a:pt x="2593" y="917"/>
                  </a:lnTo>
                  <a:lnTo>
                    <a:pt x="2573" y="923"/>
                  </a:lnTo>
                  <a:lnTo>
                    <a:pt x="2558" y="929"/>
                  </a:lnTo>
                  <a:lnTo>
                    <a:pt x="2547" y="934"/>
                  </a:lnTo>
                  <a:lnTo>
                    <a:pt x="2540" y="937"/>
                  </a:lnTo>
                  <a:lnTo>
                    <a:pt x="2538" y="938"/>
                  </a:lnTo>
                  <a:lnTo>
                    <a:pt x="2539" y="935"/>
                  </a:lnTo>
                  <a:lnTo>
                    <a:pt x="2540" y="927"/>
                  </a:lnTo>
                  <a:lnTo>
                    <a:pt x="2543" y="915"/>
                  </a:lnTo>
                  <a:lnTo>
                    <a:pt x="2547" y="898"/>
                  </a:lnTo>
                  <a:lnTo>
                    <a:pt x="2550" y="876"/>
                  </a:lnTo>
                  <a:lnTo>
                    <a:pt x="2553" y="853"/>
                  </a:lnTo>
                  <a:lnTo>
                    <a:pt x="2556" y="826"/>
                  </a:lnTo>
                  <a:lnTo>
                    <a:pt x="2558" y="797"/>
                  </a:lnTo>
                  <a:lnTo>
                    <a:pt x="2559" y="767"/>
                  </a:lnTo>
                  <a:lnTo>
                    <a:pt x="2556" y="706"/>
                  </a:lnTo>
                  <a:lnTo>
                    <a:pt x="2547" y="646"/>
                  </a:lnTo>
                  <a:lnTo>
                    <a:pt x="2532" y="589"/>
                  </a:lnTo>
                  <a:lnTo>
                    <a:pt x="2511" y="533"/>
                  </a:lnTo>
                  <a:lnTo>
                    <a:pt x="2486" y="481"/>
                  </a:lnTo>
                  <a:lnTo>
                    <a:pt x="2455" y="431"/>
                  </a:lnTo>
                  <a:lnTo>
                    <a:pt x="2420" y="385"/>
                  </a:lnTo>
                  <a:lnTo>
                    <a:pt x="2382" y="342"/>
                  </a:lnTo>
                  <a:lnTo>
                    <a:pt x="2339" y="303"/>
                  </a:lnTo>
                  <a:lnTo>
                    <a:pt x="2293" y="268"/>
                  </a:lnTo>
                  <a:lnTo>
                    <a:pt x="2244" y="238"/>
                  </a:lnTo>
                  <a:lnTo>
                    <a:pt x="2191" y="212"/>
                  </a:lnTo>
                  <a:lnTo>
                    <a:pt x="2136" y="192"/>
                  </a:lnTo>
                  <a:lnTo>
                    <a:pt x="2079" y="177"/>
                  </a:lnTo>
                  <a:lnTo>
                    <a:pt x="2020" y="168"/>
                  </a:lnTo>
                  <a:lnTo>
                    <a:pt x="1958" y="165"/>
                  </a:lnTo>
                  <a:lnTo>
                    <a:pt x="1913" y="166"/>
                  </a:lnTo>
                  <a:lnTo>
                    <a:pt x="1869" y="172"/>
                  </a:lnTo>
                  <a:lnTo>
                    <a:pt x="1827" y="181"/>
                  </a:lnTo>
                  <a:lnTo>
                    <a:pt x="1787" y="191"/>
                  </a:lnTo>
                  <a:lnTo>
                    <a:pt x="1750" y="204"/>
                  </a:lnTo>
                  <a:lnTo>
                    <a:pt x="1716" y="218"/>
                  </a:lnTo>
                  <a:lnTo>
                    <a:pt x="1683" y="234"/>
                  </a:lnTo>
                  <a:lnTo>
                    <a:pt x="1653" y="250"/>
                  </a:lnTo>
                  <a:lnTo>
                    <a:pt x="1627" y="266"/>
                  </a:lnTo>
                  <a:lnTo>
                    <a:pt x="1602" y="283"/>
                  </a:lnTo>
                  <a:lnTo>
                    <a:pt x="1582" y="298"/>
                  </a:lnTo>
                  <a:lnTo>
                    <a:pt x="1564" y="312"/>
                  </a:lnTo>
                  <a:lnTo>
                    <a:pt x="1548" y="325"/>
                  </a:lnTo>
                  <a:lnTo>
                    <a:pt x="1537" y="336"/>
                  </a:lnTo>
                  <a:lnTo>
                    <a:pt x="1529" y="344"/>
                  </a:lnTo>
                  <a:lnTo>
                    <a:pt x="1523" y="349"/>
                  </a:lnTo>
                  <a:lnTo>
                    <a:pt x="1522" y="351"/>
                  </a:lnTo>
                  <a:lnTo>
                    <a:pt x="1520" y="349"/>
                  </a:lnTo>
                  <a:lnTo>
                    <a:pt x="1515" y="343"/>
                  </a:lnTo>
                  <a:lnTo>
                    <a:pt x="1508" y="334"/>
                  </a:lnTo>
                  <a:lnTo>
                    <a:pt x="1496" y="322"/>
                  </a:lnTo>
                  <a:lnTo>
                    <a:pt x="1483" y="308"/>
                  </a:lnTo>
                  <a:lnTo>
                    <a:pt x="1466" y="292"/>
                  </a:lnTo>
                  <a:lnTo>
                    <a:pt x="1447" y="274"/>
                  </a:lnTo>
                  <a:lnTo>
                    <a:pt x="1425" y="256"/>
                  </a:lnTo>
                  <a:lnTo>
                    <a:pt x="1401" y="238"/>
                  </a:lnTo>
                  <a:lnTo>
                    <a:pt x="1374" y="220"/>
                  </a:lnTo>
                  <a:lnTo>
                    <a:pt x="1345" y="203"/>
                  </a:lnTo>
                  <a:lnTo>
                    <a:pt x="1314" y="187"/>
                  </a:lnTo>
                  <a:lnTo>
                    <a:pt x="1281" y="172"/>
                  </a:lnTo>
                  <a:lnTo>
                    <a:pt x="1245" y="161"/>
                  </a:lnTo>
                  <a:lnTo>
                    <a:pt x="1209" y="152"/>
                  </a:lnTo>
                  <a:lnTo>
                    <a:pt x="1169" y="146"/>
                  </a:lnTo>
                  <a:lnTo>
                    <a:pt x="1129" y="144"/>
                  </a:lnTo>
                  <a:close/>
                  <a:moveTo>
                    <a:pt x="1136" y="0"/>
                  </a:moveTo>
                  <a:lnTo>
                    <a:pt x="1189" y="3"/>
                  </a:lnTo>
                  <a:lnTo>
                    <a:pt x="1242" y="10"/>
                  </a:lnTo>
                  <a:lnTo>
                    <a:pt x="1295" y="23"/>
                  </a:lnTo>
                  <a:lnTo>
                    <a:pt x="1346" y="40"/>
                  </a:lnTo>
                  <a:lnTo>
                    <a:pt x="1395" y="62"/>
                  </a:lnTo>
                  <a:lnTo>
                    <a:pt x="1442" y="88"/>
                  </a:lnTo>
                  <a:lnTo>
                    <a:pt x="1487" y="117"/>
                  </a:lnTo>
                  <a:lnTo>
                    <a:pt x="1529" y="151"/>
                  </a:lnTo>
                  <a:lnTo>
                    <a:pt x="1583" y="116"/>
                  </a:lnTo>
                  <a:lnTo>
                    <a:pt x="1640" y="87"/>
                  </a:lnTo>
                  <a:lnTo>
                    <a:pt x="1699" y="61"/>
                  </a:lnTo>
                  <a:lnTo>
                    <a:pt x="1762" y="42"/>
                  </a:lnTo>
                  <a:lnTo>
                    <a:pt x="1825" y="28"/>
                  </a:lnTo>
                  <a:lnTo>
                    <a:pt x="1891" y="18"/>
                  </a:lnTo>
                  <a:lnTo>
                    <a:pt x="1957" y="15"/>
                  </a:lnTo>
                  <a:lnTo>
                    <a:pt x="2024" y="18"/>
                  </a:lnTo>
                  <a:lnTo>
                    <a:pt x="2089" y="27"/>
                  </a:lnTo>
                  <a:lnTo>
                    <a:pt x="2151" y="41"/>
                  </a:lnTo>
                  <a:lnTo>
                    <a:pt x="2212" y="60"/>
                  </a:lnTo>
                  <a:lnTo>
                    <a:pt x="2271" y="85"/>
                  </a:lnTo>
                  <a:lnTo>
                    <a:pt x="2327" y="114"/>
                  </a:lnTo>
                  <a:lnTo>
                    <a:pt x="2380" y="148"/>
                  </a:lnTo>
                  <a:lnTo>
                    <a:pt x="2431" y="186"/>
                  </a:lnTo>
                  <a:lnTo>
                    <a:pt x="2477" y="227"/>
                  </a:lnTo>
                  <a:lnTo>
                    <a:pt x="2520" y="273"/>
                  </a:lnTo>
                  <a:lnTo>
                    <a:pt x="2559" y="322"/>
                  </a:lnTo>
                  <a:lnTo>
                    <a:pt x="2594" y="374"/>
                  </a:lnTo>
                  <a:lnTo>
                    <a:pt x="2624" y="430"/>
                  </a:lnTo>
                  <a:lnTo>
                    <a:pt x="2651" y="489"/>
                  </a:lnTo>
                  <a:lnTo>
                    <a:pt x="2671" y="550"/>
                  </a:lnTo>
                  <a:lnTo>
                    <a:pt x="2687" y="613"/>
                  </a:lnTo>
                  <a:lnTo>
                    <a:pt x="2697" y="678"/>
                  </a:lnTo>
                  <a:lnTo>
                    <a:pt x="2701" y="746"/>
                  </a:lnTo>
                  <a:lnTo>
                    <a:pt x="2730" y="741"/>
                  </a:lnTo>
                  <a:lnTo>
                    <a:pt x="2758" y="738"/>
                  </a:lnTo>
                  <a:lnTo>
                    <a:pt x="2787" y="738"/>
                  </a:lnTo>
                  <a:lnTo>
                    <a:pt x="2847" y="742"/>
                  </a:lnTo>
                  <a:lnTo>
                    <a:pt x="2904" y="750"/>
                  </a:lnTo>
                  <a:lnTo>
                    <a:pt x="2960" y="764"/>
                  </a:lnTo>
                  <a:lnTo>
                    <a:pt x="3013" y="783"/>
                  </a:lnTo>
                  <a:lnTo>
                    <a:pt x="3064" y="808"/>
                  </a:lnTo>
                  <a:lnTo>
                    <a:pt x="3111" y="837"/>
                  </a:lnTo>
                  <a:lnTo>
                    <a:pt x="3156" y="870"/>
                  </a:lnTo>
                  <a:lnTo>
                    <a:pt x="3197" y="908"/>
                  </a:lnTo>
                  <a:lnTo>
                    <a:pt x="3234" y="949"/>
                  </a:lnTo>
                  <a:lnTo>
                    <a:pt x="3267" y="993"/>
                  </a:lnTo>
                  <a:lnTo>
                    <a:pt x="3297" y="1041"/>
                  </a:lnTo>
                  <a:lnTo>
                    <a:pt x="3321" y="1091"/>
                  </a:lnTo>
                  <a:lnTo>
                    <a:pt x="3341" y="1145"/>
                  </a:lnTo>
                  <a:lnTo>
                    <a:pt x="3355" y="1201"/>
                  </a:lnTo>
                  <a:lnTo>
                    <a:pt x="3363" y="1259"/>
                  </a:lnTo>
                  <a:lnTo>
                    <a:pt x="3366" y="1318"/>
                  </a:lnTo>
                  <a:lnTo>
                    <a:pt x="3363" y="1378"/>
                  </a:lnTo>
                  <a:lnTo>
                    <a:pt x="3354" y="1435"/>
                  </a:lnTo>
                  <a:lnTo>
                    <a:pt x="3339" y="1491"/>
                  </a:lnTo>
                  <a:lnTo>
                    <a:pt x="3320" y="1544"/>
                  </a:lnTo>
                  <a:lnTo>
                    <a:pt x="3295" y="1595"/>
                  </a:lnTo>
                  <a:lnTo>
                    <a:pt x="3265" y="1643"/>
                  </a:lnTo>
                  <a:lnTo>
                    <a:pt x="3231" y="1688"/>
                  </a:lnTo>
                  <a:lnTo>
                    <a:pt x="3194" y="1729"/>
                  </a:lnTo>
                  <a:lnTo>
                    <a:pt x="3152" y="1767"/>
                  </a:lnTo>
                  <a:lnTo>
                    <a:pt x="3107" y="1799"/>
                  </a:lnTo>
                  <a:lnTo>
                    <a:pt x="3058" y="1829"/>
                  </a:lnTo>
                  <a:lnTo>
                    <a:pt x="3007" y="1852"/>
                  </a:lnTo>
                  <a:lnTo>
                    <a:pt x="2954" y="1872"/>
                  </a:lnTo>
                  <a:lnTo>
                    <a:pt x="2898" y="1886"/>
                  </a:lnTo>
                  <a:lnTo>
                    <a:pt x="2840" y="1895"/>
                  </a:lnTo>
                  <a:lnTo>
                    <a:pt x="2781" y="1898"/>
                  </a:lnTo>
                  <a:lnTo>
                    <a:pt x="1751" y="1898"/>
                  </a:lnTo>
                  <a:lnTo>
                    <a:pt x="1751" y="2507"/>
                  </a:lnTo>
                  <a:lnTo>
                    <a:pt x="2465" y="2507"/>
                  </a:lnTo>
                  <a:lnTo>
                    <a:pt x="2465" y="2864"/>
                  </a:lnTo>
                  <a:lnTo>
                    <a:pt x="3287" y="2864"/>
                  </a:lnTo>
                  <a:lnTo>
                    <a:pt x="3287" y="3008"/>
                  </a:lnTo>
                  <a:lnTo>
                    <a:pt x="2465" y="3008"/>
                  </a:lnTo>
                  <a:lnTo>
                    <a:pt x="2465" y="3366"/>
                  </a:lnTo>
                  <a:lnTo>
                    <a:pt x="894" y="3366"/>
                  </a:lnTo>
                  <a:lnTo>
                    <a:pt x="894" y="3008"/>
                  </a:lnTo>
                  <a:lnTo>
                    <a:pt x="71" y="3008"/>
                  </a:lnTo>
                  <a:lnTo>
                    <a:pt x="71" y="2864"/>
                  </a:lnTo>
                  <a:lnTo>
                    <a:pt x="894" y="2864"/>
                  </a:lnTo>
                  <a:lnTo>
                    <a:pt x="894" y="2507"/>
                  </a:lnTo>
                  <a:lnTo>
                    <a:pt x="1608" y="2507"/>
                  </a:lnTo>
                  <a:lnTo>
                    <a:pt x="1608" y="1898"/>
                  </a:lnTo>
                  <a:lnTo>
                    <a:pt x="785" y="1898"/>
                  </a:lnTo>
                  <a:lnTo>
                    <a:pt x="714" y="1895"/>
                  </a:lnTo>
                  <a:lnTo>
                    <a:pt x="645" y="1885"/>
                  </a:lnTo>
                  <a:lnTo>
                    <a:pt x="576" y="1870"/>
                  </a:lnTo>
                  <a:lnTo>
                    <a:pt x="511" y="1849"/>
                  </a:lnTo>
                  <a:lnTo>
                    <a:pt x="449" y="1823"/>
                  </a:lnTo>
                  <a:lnTo>
                    <a:pt x="389" y="1791"/>
                  </a:lnTo>
                  <a:lnTo>
                    <a:pt x="332" y="1754"/>
                  </a:lnTo>
                  <a:lnTo>
                    <a:pt x="278" y="1714"/>
                  </a:lnTo>
                  <a:lnTo>
                    <a:pt x="230" y="1668"/>
                  </a:lnTo>
                  <a:lnTo>
                    <a:pt x="185" y="1619"/>
                  </a:lnTo>
                  <a:lnTo>
                    <a:pt x="144" y="1566"/>
                  </a:lnTo>
                  <a:lnTo>
                    <a:pt x="107" y="1509"/>
                  </a:lnTo>
                  <a:lnTo>
                    <a:pt x="75" y="1448"/>
                  </a:lnTo>
                  <a:lnTo>
                    <a:pt x="49" y="1386"/>
                  </a:lnTo>
                  <a:lnTo>
                    <a:pt x="28" y="1320"/>
                  </a:lnTo>
                  <a:lnTo>
                    <a:pt x="12" y="1253"/>
                  </a:lnTo>
                  <a:lnTo>
                    <a:pt x="3" y="1182"/>
                  </a:lnTo>
                  <a:lnTo>
                    <a:pt x="0" y="1110"/>
                  </a:lnTo>
                  <a:lnTo>
                    <a:pt x="3" y="1042"/>
                  </a:lnTo>
                  <a:lnTo>
                    <a:pt x="11" y="976"/>
                  </a:lnTo>
                  <a:lnTo>
                    <a:pt x="26" y="911"/>
                  </a:lnTo>
                  <a:lnTo>
                    <a:pt x="45" y="849"/>
                  </a:lnTo>
                  <a:lnTo>
                    <a:pt x="68" y="787"/>
                  </a:lnTo>
                  <a:lnTo>
                    <a:pt x="98" y="729"/>
                  </a:lnTo>
                  <a:lnTo>
                    <a:pt x="131" y="674"/>
                  </a:lnTo>
                  <a:lnTo>
                    <a:pt x="169" y="622"/>
                  </a:lnTo>
                  <a:lnTo>
                    <a:pt x="211" y="573"/>
                  </a:lnTo>
                  <a:lnTo>
                    <a:pt x="256" y="527"/>
                  </a:lnTo>
                  <a:lnTo>
                    <a:pt x="306" y="486"/>
                  </a:lnTo>
                  <a:lnTo>
                    <a:pt x="359" y="449"/>
                  </a:lnTo>
                  <a:lnTo>
                    <a:pt x="415" y="415"/>
                  </a:lnTo>
                  <a:lnTo>
                    <a:pt x="474" y="387"/>
                  </a:lnTo>
                  <a:lnTo>
                    <a:pt x="536" y="362"/>
                  </a:lnTo>
                  <a:lnTo>
                    <a:pt x="601" y="344"/>
                  </a:lnTo>
                  <a:lnTo>
                    <a:pt x="626" y="293"/>
                  </a:lnTo>
                  <a:lnTo>
                    <a:pt x="657" y="246"/>
                  </a:lnTo>
                  <a:lnTo>
                    <a:pt x="692" y="202"/>
                  </a:lnTo>
                  <a:lnTo>
                    <a:pt x="729" y="162"/>
                  </a:lnTo>
                  <a:lnTo>
                    <a:pt x="772" y="126"/>
                  </a:lnTo>
                  <a:lnTo>
                    <a:pt x="817" y="94"/>
                  </a:lnTo>
                  <a:lnTo>
                    <a:pt x="866" y="66"/>
                  </a:lnTo>
                  <a:lnTo>
                    <a:pt x="916" y="43"/>
                  </a:lnTo>
                  <a:lnTo>
                    <a:pt x="969" y="24"/>
                  </a:lnTo>
                  <a:lnTo>
                    <a:pt x="1023" y="11"/>
                  </a:lnTo>
                  <a:lnTo>
                    <a:pt x="1079" y="3"/>
                  </a:lnTo>
                  <a:lnTo>
                    <a:pt x="1136" y="0"/>
                  </a:lnTo>
                  <a:close/>
                </a:path>
              </a:pathLst>
            </a:custGeom>
            <a:gradFill>
              <a:gsLst>
                <a:gs pos="0">
                  <a:srgbClr val="324C64"/>
                </a:gs>
                <a:gs pos="100000">
                  <a:srgbClr val="283C4F"/>
                </a:gs>
              </a:gsLst>
              <a:lin ang="2700000" scaled="1"/>
            </a:gradFill>
            <a:ln w="0">
              <a:noFill/>
              <a:prstDash val="solid"/>
              <a:round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58" name="Inhaltsplatzhalter 4"/>
            <p:cNvSpPr txBox="1"/>
            <p:nvPr/>
          </p:nvSpPr>
          <p:spPr>
            <a:xfrm>
              <a:off x="3993698" y="3539544"/>
              <a:ext cx="1156607" cy="307777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900"/>
                </a:spcAft>
                <a:buNone/>
              </a:pPr>
              <a:r>
                <a:rPr lang="zh-CN" altLang="en-US" sz="2000" b="1" dirty="0">
                  <a:solidFill>
                    <a:srgbClr val="17242F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风险</a:t>
              </a:r>
            </a:p>
          </p:txBody>
        </p:sp>
      </p:grpSp>
      <p:sp>
        <p:nvSpPr>
          <p:cNvPr id="54" name="Inhaltsplatzhalter 4">
            <a:extLst>
              <a:ext uri="{FF2B5EF4-FFF2-40B4-BE49-F238E27FC236}">
                <a16:creationId xmlns:a16="http://schemas.microsoft.com/office/drawing/2014/main" id="{6B8C9391-DD79-4F11-9784-D2DF506ABED9}"/>
              </a:ext>
            </a:extLst>
          </p:cNvPr>
          <p:cNvSpPr txBox="1"/>
          <p:nvPr/>
        </p:nvSpPr>
        <p:spPr>
          <a:xfrm>
            <a:off x="531133" y="2650132"/>
            <a:ext cx="171240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en-US" sz="1600" b="1" dirty="0">
                <a:solidFill>
                  <a:srgbClr val="17242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判定标准制定</a:t>
            </a:r>
          </a:p>
        </p:txBody>
      </p:sp>
      <p:sp>
        <p:nvSpPr>
          <p:cNvPr id="55" name="Inhaltsplatzhalter 4">
            <a:extLst>
              <a:ext uri="{FF2B5EF4-FFF2-40B4-BE49-F238E27FC236}">
                <a16:creationId xmlns:a16="http://schemas.microsoft.com/office/drawing/2014/main" id="{59507BF8-CA48-4AB2-8C77-7DA5FF27B8C8}"/>
              </a:ext>
            </a:extLst>
          </p:cNvPr>
          <p:cNvSpPr txBox="1"/>
          <p:nvPr/>
        </p:nvSpPr>
        <p:spPr>
          <a:xfrm>
            <a:off x="6525358" y="1591062"/>
            <a:ext cx="1727762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en-US" sz="1600" b="1" dirty="0">
                <a:solidFill>
                  <a:srgbClr val="17242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社区秩序维护</a:t>
            </a:r>
          </a:p>
        </p:txBody>
      </p:sp>
      <p:sp>
        <p:nvSpPr>
          <p:cNvPr id="58" name="Inhaltsplatzhalter 4">
            <a:extLst>
              <a:ext uri="{FF2B5EF4-FFF2-40B4-BE49-F238E27FC236}">
                <a16:creationId xmlns:a16="http://schemas.microsoft.com/office/drawing/2014/main" id="{8F42AF9A-6FE3-4532-8D2A-CAB9B7AEB3A9}"/>
              </a:ext>
            </a:extLst>
          </p:cNvPr>
          <p:cNvSpPr txBox="1"/>
          <p:nvPr/>
        </p:nvSpPr>
        <p:spPr>
          <a:xfrm>
            <a:off x="6950012" y="2552328"/>
            <a:ext cx="1727762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en-US" sz="1600" b="1" dirty="0">
                <a:solidFill>
                  <a:srgbClr val="17242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项目监管审核</a:t>
            </a:r>
          </a:p>
        </p:txBody>
      </p:sp>
      <p:sp>
        <p:nvSpPr>
          <p:cNvPr id="56" name="Inhaltsplatzhalter 4">
            <a:extLst>
              <a:ext uri="{FF2B5EF4-FFF2-40B4-BE49-F238E27FC236}">
                <a16:creationId xmlns:a16="http://schemas.microsoft.com/office/drawing/2014/main" id="{54226E78-E7A5-44E3-AB86-6F26E3A3D1B4}"/>
              </a:ext>
            </a:extLst>
          </p:cNvPr>
          <p:cNvSpPr txBox="1"/>
          <p:nvPr/>
        </p:nvSpPr>
        <p:spPr>
          <a:xfrm>
            <a:off x="6734376" y="3893229"/>
            <a:ext cx="1727762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305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1pPr>
            <a:lvl2pPr marL="807720" indent="-2730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2pPr>
            <a:lvl3pPr marL="10807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3pPr>
            <a:lvl4pPr marL="1436370" indent="-177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4pPr>
            <a:lvl5pPr marL="1793240" indent="-17907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charset="0"/>
                <a:ea typeface="+mn-ea"/>
                <a:cs typeface="+mn-cs"/>
              </a:defRPr>
            </a:lvl5pPr>
            <a:lvl6pPr marL="25139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zh-CN" altLang="en-US" sz="1600" b="1" dirty="0">
                <a:solidFill>
                  <a:srgbClr val="17242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信息流动阻遏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23" grpId="0" animBg="1"/>
      <p:bldP spid="127" grpId="0" animBg="1"/>
      <p:bldP spid="135" grpId="0"/>
      <p:bldP spid="138" grpId="0"/>
      <p:bldP spid="54" grpId="0"/>
      <p:bldP spid="55" grpId="0"/>
      <p:bldP spid="58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75033"/>
          <p:cNvSpPr/>
          <p:nvPr/>
        </p:nvSpPr>
        <p:spPr bwMode="auto">
          <a:xfrm>
            <a:off x="1666" y="115213"/>
            <a:ext cx="9140667" cy="2263116"/>
          </a:xfrm>
          <a:prstGeom prst="rect">
            <a:avLst/>
          </a:prstGeom>
          <a:solidFill>
            <a:srgbClr val="324C6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28" tIns="34264" rIns="68528" bIns="34264" numCol="1" rtlCol="0" anchor="t" anchorCtr="0" compatLnSpc="1"/>
          <a:lstStyle/>
          <a:p>
            <a:pPr defTabSz="913765"/>
            <a:endParaRPr lang="zh-CN" altLang="en-US" sz="1350">
              <a:solidFill>
                <a:srgbClr val="3D3D3D"/>
              </a:solidFill>
            </a:endParaRPr>
          </a:p>
        </p:txBody>
      </p:sp>
      <p:grpSp>
        <p:nvGrpSpPr>
          <p:cNvPr id="8" name="447453"/>
          <p:cNvGrpSpPr/>
          <p:nvPr/>
        </p:nvGrpSpPr>
        <p:grpSpPr>
          <a:xfrm>
            <a:off x="948264" y="3326692"/>
            <a:ext cx="451417" cy="408725"/>
            <a:chOff x="6049791" y="6106301"/>
            <a:chExt cx="321022" cy="290662"/>
          </a:xfrm>
          <a:solidFill>
            <a:srgbClr val="324C64"/>
          </a:solidFill>
        </p:grpSpPr>
        <p:sp>
          <p:nvSpPr>
            <p:cNvPr id="9" name="文字方塊 11"/>
            <p:cNvSpPr txBox="1"/>
            <p:nvPr/>
          </p:nvSpPr>
          <p:spPr>
            <a:xfrm>
              <a:off x="6049791" y="6106301"/>
              <a:ext cx="140642" cy="290662"/>
            </a:xfrm>
            <a:custGeom>
              <a:avLst/>
              <a:gdLst>
                <a:gd name="connsiteX0" fmla="*/ 127248 w 140642"/>
                <a:gd name="connsiteY0" fmla="*/ 0 h 290662"/>
                <a:gd name="connsiteX1" fmla="*/ 127248 w 140642"/>
                <a:gd name="connsiteY1" fmla="*/ 29468 h 290662"/>
                <a:gd name="connsiteX2" fmla="*/ 83046 w 140642"/>
                <a:gd name="connsiteY2" fmla="*/ 61838 h 290662"/>
                <a:gd name="connsiteX3" fmla="*/ 67865 w 140642"/>
                <a:gd name="connsiteY3" fmla="*/ 106264 h 290662"/>
                <a:gd name="connsiteX4" fmla="*/ 86171 w 140642"/>
                <a:gd name="connsiteY4" fmla="*/ 151135 h 290662"/>
                <a:gd name="connsiteX5" fmla="*/ 122560 w 140642"/>
                <a:gd name="connsiteY5" fmla="*/ 196453 h 290662"/>
                <a:gd name="connsiteX6" fmla="*/ 140642 w 140642"/>
                <a:gd name="connsiteY6" fmla="*/ 241548 h 290662"/>
                <a:gd name="connsiteX7" fmla="*/ 124122 w 140642"/>
                <a:gd name="connsiteY7" fmla="*/ 276821 h 290662"/>
                <a:gd name="connsiteX8" fmla="*/ 86171 w 140642"/>
                <a:gd name="connsiteY8" fmla="*/ 290662 h 290662"/>
                <a:gd name="connsiteX9" fmla="*/ 45988 w 140642"/>
                <a:gd name="connsiteY9" fmla="*/ 275928 h 290662"/>
                <a:gd name="connsiteX10" fmla="*/ 12948 w 140642"/>
                <a:gd name="connsiteY10" fmla="*/ 233735 h 290662"/>
                <a:gd name="connsiteX11" fmla="*/ 0 w 140642"/>
                <a:gd name="connsiteY11" fmla="*/ 172790 h 290662"/>
                <a:gd name="connsiteX12" fmla="*/ 34602 w 140642"/>
                <a:gd name="connsiteY12" fmla="*/ 69429 h 290662"/>
                <a:gd name="connsiteX13" fmla="*/ 127248 w 140642"/>
                <a:gd name="connsiteY13" fmla="*/ 0 h 29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642" h="290662">
                  <a:moveTo>
                    <a:pt x="127248" y="0"/>
                  </a:moveTo>
                  <a:lnTo>
                    <a:pt x="127248" y="29468"/>
                  </a:lnTo>
                  <a:cubicBezTo>
                    <a:pt x="107900" y="37803"/>
                    <a:pt x="93166" y="48593"/>
                    <a:pt x="83046" y="61838"/>
                  </a:cubicBezTo>
                  <a:cubicBezTo>
                    <a:pt x="72926" y="75084"/>
                    <a:pt x="67865" y="89892"/>
                    <a:pt x="67865" y="106264"/>
                  </a:cubicBezTo>
                  <a:cubicBezTo>
                    <a:pt x="67865" y="121146"/>
                    <a:pt x="73967" y="136104"/>
                    <a:pt x="86171" y="151135"/>
                  </a:cubicBezTo>
                  <a:cubicBezTo>
                    <a:pt x="98375" y="166167"/>
                    <a:pt x="110505" y="181273"/>
                    <a:pt x="122560" y="196453"/>
                  </a:cubicBezTo>
                  <a:cubicBezTo>
                    <a:pt x="134615" y="211634"/>
                    <a:pt x="140642" y="226666"/>
                    <a:pt x="140642" y="241548"/>
                  </a:cubicBezTo>
                  <a:cubicBezTo>
                    <a:pt x="140642" y="255836"/>
                    <a:pt x="135136" y="267593"/>
                    <a:pt x="124122" y="276821"/>
                  </a:cubicBezTo>
                  <a:cubicBezTo>
                    <a:pt x="113109" y="286048"/>
                    <a:pt x="100459" y="290662"/>
                    <a:pt x="86171" y="290662"/>
                  </a:cubicBezTo>
                  <a:cubicBezTo>
                    <a:pt x="72777" y="290662"/>
                    <a:pt x="59382" y="285750"/>
                    <a:pt x="45988" y="275928"/>
                  </a:cubicBezTo>
                  <a:cubicBezTo>
                    <a:pt x="32593" y="266105"/>
                    <a:pt x="21580" y="252041"/>
                    <a:pt x="12948" y="233735"/>
                  </a:cubicBezTo>
                  <a:cubicBezTo>
                    <a:pt x="4316" y="215429"/>
                    <a:pt x="0" y="195114"/>
                    <a:pt x="0" y="172790"/>
                  </a:cubicBezTo>
                  <a:cubicBezTo>
                    <a:pt x="0" y="133797"/>
                    <a:pt x="11534" y="99343"/>
                    <a:pt x="34602" y="69429"/>
                  </a:cubicBezTo>
                  <a:cubicBezTo>
                    <a:pt x="57671" y="39514"/>
                    <a:pt x="88553" y="16371"/>
                    <a:pt x="127248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68528" tIns="34264" rIns="68528" bIns="34264" numCol="1" spcCol="0" rtlCol="0" fromWordArt="0" anchor="t" anchorCtr="0" forceAA="0" compatLnSpc="1">
              <a:noAutofit/>
            </a:bodyPr>
            <a:lstStyle/>
            <a:p>
              <a:pPr algn="ctr" defTabSz="913765"/>
              <a:endParaRPr lang="zh-TW" altLang="en-US" sz="5395" dirty="0">
                <a:solidFill>
                  <a:srgbClr val="3D3D3D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字方塊 12"/>
            <p:cNvSpPr txBox="1"/>
            <p:nvPr/>
          </p:nvSpPr>
          <p:spPr>
            <a:xfrm>
              <a:off x="6231063" y="6106301"/>
              <a:ext cx="139750" cy="290662"/>
            </a:xfrm>
            <a:custGeom>
              <a:avLst/>
              <a:gdLst>
                <a:gd name="connsiteX0" fmla="*/ 126802 w 139750"/>
                <a:gd name="connsiteY0" fmla="*/ 0 h 290662"/>
                <a:gd name="connsiteX1" fmla="*/ 126802 w 139750"/>
                <a:gd name="connsiteY1" fmla="*/ 29468 h 290662"/>
                <a:gd name="connsiteX2" fmla="*/ 82600 w 139750"/>
                <a:gd name="connsiteY2" fmla="*/ 61838 h 290662"/>
                <a:gd name="connsiteX3" fmla="*/ 67420 w 139750"/>
                <a:gd name="connsiteY3" fmla="*/ 106264 h 290662"/>
                <a:gd name="connsiteX4" fmla="*/ 85502 w 139750"/>
                <a:gd name="connsiteY4" fmla="*/ 151582 h 290662"/>
                <a:gd name="connsiteX5" fmla="*/ 121667 w 139750"/>
                <a:gd name="connsiteY5" fmla="*/ 196007 h 290662"/>
                <a:gd name="connsiteX6" fmla="*/ 139750 w 139750"/>
                <a:gd name="connsiteY6" fmla="*/ 241548 h 290662"/>
                <a:gd name="connsiteX7" fmla="*/ 123230 w 139750"/>
                <a:gd name="connsiteY7" fmla="*/ 277044 h 290662"/>
                <a:gd name="connsiteX8" fmla="*/ 85725 w 139750"/>
                <a:gd name="connsiteY8" fmla="*/ 290662 h 290662"/>
                <a:gd name="connsiteX9" fmla="*/ 45765 w 139750"/>
                <a:gd name="connsiteY9" fmla="*/ 276151 h 290662"/>
                <a:gd name="connsiteX10" fmla="*/ 12949 w 139750"/>
                <a:gd name="connsiteY10" fmla="*/ 234628 h 290662"/>
                <a:gd name="connsiteX11" fmla="*/ 0 w 139750"/>
                <a:gd name="connsiteY11" fmla="*/ 172790 h 290662"/>
                <a:gd name="connsiteX12" fmla="*/ 9153 w 139750"/>
                <a:gd name="connsiteY12" fmla="*/ 117426 h 290662"/>
                <a:gd name="connsiteX13" fmla="*/ 35273 w 139750"/>
                <a:gd name="connsiteY13" fmla="*/ 68759 h 290662"/>
                <a:gd name="connsiteX14" fmla="*/ 76573 w 139750"/>
                <a:gd name="connsiteY14" fmla="*/ 28799 h 290662"/>
                <a:gd name="connsiteX15" fmla="*/ 126802 w 139750"/>
                <a:gd name="connsiteY15" fmla="*/ 0 h 29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750" h="290662">
                  <a:moveTo>
                    <a:pt x="126802" y="0"/>
                  </a:moveTo>
                  <a:lnTo>
                    <a:pt x="126802" y="29468"/>
                  </a:lnTo>
                  <a:cubicBezTo>
                    <a:pt x="107454" y="37803"/>
                    <a:pt x="92720" y="48593"/>
                    <a:pt x="82600" y="61838"/>
                  </a:cubicBezTo>
                  <a:cubicBezTo>
                    <a:pt x="72480" y="75084"/>
                    <a:pt x="67420" y="89892"/>
                    <a:pt x="67420" y="106264"/>
                  </a:cubicBezTo>
                  <a:cubicBezTo>
                    <a:pt x="67420" y="121742"/>
                    <a:pt x="73447" y="136848"/>
                    <a:pt x="85502" y="151582"/>
                  </a:cubicBezTo>
                  <a:cubicBezTo>
                    <a:pt x="97557" y="166316"/>
                    <a:pt x="109612" y="181124"/>
                    <a:pt x="121667" y="196007"/>
                  </a:cubicBezTo>
                  <a:cubicBezTo>
                    <a:pt x="133723" y="210890"/>
                    <a:pt x="139750" y="226070"/>
                    <a:pt x="139750" y="241548"/>
                  </a:cubicBezTo>
                  <a:cubicBezTo>
                    <a:pt x="139750" y="256133"/>
                    <a:pt x="134243" y="267965"/>
                    <a:pt x="123230" y="277044"/>
                  </a:cubicBezTo>
                  <a:cubicBezTo>
                    <a:pt x="112217" y="286122"/>
                    <a:pt x="99715" y="290662"/>
                    <a:pt x="85725" y="290662"/>
                  </a:cubicBezTo>
                  <a:cubicBezTo>
                    <a:pt x="72331" y="290662"/>
                    <a:pt x="59011" y="285825"/>
                    <a:pt x="45765" y="276151"/>
                  </a:cubicBezTo>
                  <a:cubicBezTo>
                    <a:pt x="32519" y="266477"/>
                    <a:pt x="21581" y="252636"/>
                    <a:pt x="12949" y="234628"/>
                  </a:cubicBezTo>
                  <a:cubicBezTo>
                    <a:pt x="4317" y="216620"/>
                    <a:pt x="0" y="196007"/>
                    <a:pt x="0" y="172790"/>
                  </a:cubicBezTo>
                  <a:cubicBezTo>
                    <a:pt x="0" y="153740"/>
                    <a:pt x="3051" y="135285"/>
                    <a:pt x="9153" y="117426"/>
                  </a:cubicBezTo>
                  <a:cubicBezTo>
                    <a:pt x="15255" y="99566"/>
                    <a:pt x="23962" y="83344"/>
                    <a:pt x="35273" y="68759"/>
                  </a:cubicBezTo>
                  <a:cubicBezTo>
                    <a:pt x="46584" y="54174"/>
                    <a:pt x="60350" y="40854"/>
                    <a:pt x="76573" y="28799"/>
                  </a:cubicBezTo>
                  <a:cubicBezTo>
                    <a:pt x="92795" y="16743"/>
                    <a:pt x="109538" y="7144"/>
                    <a:pt x="126802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68528" tIns="34264" rIns="68528" bIns="34264" numCol="1" spcCol="0" rtlCol="0" fromWordArt="0" anchor="t" anchorCtr="0" forceAA="0" compatLnSpc="1">
              <a:noAutofit/>
            </a:bodyPr>
            <a:lstStyle/>
            <a:p>
              <a:pPr algn="ctr" defTabSz="913765"/>
              <a:endParaRPr lang="zh-TW" altLang="en-US" sz="5395" dirty="0">
                <a:solidFill>
                  <a:srgbClr val="3D3D3D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819883"/>
          <p:cNvGrpSpPr/>
          <p:nvPr/>
        </p:nvGrpSpPr>
        <p:grpSpPr>
          <a:xfrm rot="10800000">
            <a:off x="7703325" y="4283512"/>
            <a:ext cx="451417" cy="408725"/>
            <a:chOff x="6049791" y="6106301"/>
            <a:chExt cx="321022" cy="290662"/>
          </a:xfrm>
          <a:solidFill>
            <a:srgbClr val="324C64"/>
          </a:solidFill>
        </p:grpSpPr>
        <p:sp>
          <p:nvSpPr>
            <p:cNvPr id="12" name="文字方塊 15"/>
            <p:cNvSpPr txBox="1"/>
            <p:nvPr/>
          </p:nvSpPr>
          <p:spPr>
            <a:xfrm>
              <a:off x="6049791" y="6106301"/>
              <a:ext cx="140642" cy="290662"/>
            </a:xfrm>
            <a:custGeom>
              <a:avLst/>
              <a:gdLst>
                <a:gd name="connsiteX0" fmla="*/ 127248 w 140642"/>
                <a:gd name="connsiteY0" fmla="*/ 0 h 290662"/>
                <a:gd name="connsiteX1" fmla="*/ 127248 w 140642"/>
                <a:gd name="connsiteY1" fmla="*/ 29468 h 290662"/>
                <a:gd name="connsiteX2" fmla="*/ 83046 w 140642"/>
                <a:gd name="connsiteY2" fmla="*/ 61838 h 290662"/>
                <a:gd name="connsiteX3" fmla="*/ 67865 w 140642"/>
                <a:gd name="connsiteY3" fmla="*/ 106264 h 290662"/>
                <a:gd name="connsiteX4" fmla="*/ 86171 w 140642"/>
                <a:gd name="connsiteY4" fmla="*/ 151135 h 290662"/>
                <a:gd name="connsiteX5" fmla="*/ 122560 w 140642"/>
                <a:gd name="connsiteY5" fmla="*/ 196453 h 290662"/>
                <a:gd name="connsiteX6" fmla="*/ 140642 w 140642"/>
                <a:gd name="connsiteY6" fmla="*/ 241548 h 290662"/>
                <a:gd name="connsiteX7" fmla="*/ 124122 w 140642"/>
                <a:gd name="connsiteY7" fmla="*/ 276821 h 290662"/>
                <a:gd name="connsiteX8" fmla="*/ 86171 w 140642"/>
                <a:gd name="connsiteY8" fmla="*/ 290662 h 290662"/>
                <a:gd name="connsiteX9" fmla="*/ 45988 w 140642"/>
                <a:gd name="connsiteY9" fmla="*/ 275928 h 290662"/>
                <a:gd name="connsiteX10" fmla="*/ 12948 w 140642"/>
                <a:gd name="connsiteY10" fmla="*/ 233735 h 290662"/>
                <a:gd name="connsiteX11" fmla="*/ 0 w 140642"/>
                <a:gd name="connsiteY11" fmla="*/ 172790 h 290662"/>
                <a:gd name="connsiteX12" fmla="*/ 34602 w 140642"/>
                <a:gd name="connsiteY12" fmla="*/ 69429 h 290662"/>
                <a:gd name="connsiteX13" fmla="*/ 127248 w 140642"/>
                <a:gd name="connsiteY13" fmla="*/ 0 h 29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0642" h="290662">
                  <a:moveTo>
                    <a:pt x="127248" y="0"/>
                  </a:moveTo>
                  <a:lnTo>
                    <a:pt x="127248" y="29468"/>
                  </a:lnTo>
                  <a:cubicBezTo>
                    <a:pt x="107900" y="37803"/>
                    <a:pt x="93166" y="48593"/>
                    <a:pt x="83046" y="61838"/>
                  </a:cubicBezTo>
                  <a:cubicBezTo>
                    <a:pt x="72926" y="75084"/>
                    <a:pt x="67865" y="89892"/>
                    <a:pt x="67865" y="106264"/>
                  </a:cubicBezTo>
                  <a:cubicBezTo>
                    <a:pt x="67865" y="121146"/>
                    <a:pt x="73967" y="136104"/>
                    <a:pt x="86171" y="151135"/>
                  </a:cubicBezTo>
                  <a:cubicBezTo>
                    <a:pt x="98375" y="166167"/>
                    <a:pt x="110505" y="181273"/>
                    <a:pt x="122560" y="196453"/>
                  </a:cubicBezTo>
                  <a:cubicBezTo>
                    <a:pt x="134615" y="211634"/>
                    <a:pt x="140642" y="226666"/>
                    <a:pt x="140642" y="241548"/>
                  </a:cubicBezTo>
                  <a:cubicBezTo>
                    <a:pt x="140642" y="255836"/>
                    <a:pt x="135136" y="267593"/>
                    <a:pt x="124122" y="276821"/>
                  </a:cubicBezTo>
                  <a:cubicBezTo>
                    <a:pt x="113109" y="286048"/>
                    <a:pt x="100459" y="290662"/>
                    <a:pt x="86171" y="290662"/>
                  </a:cubicBezTo>
                  <a:cubicBezTo>
                    <a:pt x="72777" y="290662"/>
                    <a:pt x="59382" y="285750"/>
                    <a:pt x="45988" y="275928"/>
                  </a:cubicBezTo>
                  <a:cubicBezTo>
                    <a:pt x="32593" y="266105"/>
                    <a:pt x="21580" y="252041"/>
                    <a:pt x="12948" y="233735"/>
                  </a:cubicBezTo>
                  <a:cubicBezTo>
                    <a:pt x="4316" y="215429"/>
                    <a:pt x="0" y="195114"/>
                    <a:pt x="0" y="172790"/>
                  </a:cubicBezTo>
                  <a:cubicBezTo>
                    <a:pt x="0" y="133797"/>
                    <a:pt x="11534" y="99343"/>
                    <a:pt x="34602" y="69429"/>
                  </a:cubicBezTo>
                  <a:cubicBezTo>
                    <a:pt x="57671" y="39514"/>
                    <a:pt x="88553" y="16371"/>
                    <a:pt x="127248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68528" tIns="34264" rIns="68528" bIns="34264" numCol="1" spcCol="0" rtlCol="0" fromWordArt="0" anchor="t" anchorCtr="0" forceAA="0" compatLnSpc="1">
              <a:noAutofit/>
            </a:bodyPr>
            <a:lstStyle/>
            <a:p>
              <a:pPr algn="ctr" defTabSz="913765"/>
              <a:endParaRPr lang="zh-TW" altLang="en-US" sz="5395" dirty="0">
                <a:solidFill>
                  <a:srgbClr val="3D3D3D"/>
                </a:solidFill>
                <a:cs typeface="+mn-ea"/>
                <a:sym typeface="+mn-lt"/>
              </a:endParaRPr>
            </a:p>
          </p:txBody>
        </p:sp>
        <p:sp>
          <p:nvSpPr>
            <p:cNvPr id="13" name="文字方塊 16"/>
            <p:cNvSpPr txBox="1"/>
            <p:nvPr/>
          </p:nvSpPr>
          <p:spPr>
            <a:xfrm>
              <a:off x="6231063" y="6106301"/>
              <a:ext cx="139750" cy="290662"/>
            </a:xfrm>
            <a:custGeom>
              <a:avLst/>
              <a:gdLst>
                <a:gd name="connsiteX0" fmla="*/ 126802 w 139750"/>
                <a:gd name="connsiteY0" fmla="*/ 0 h 290662"/>
                <a:gd name="connsiteX1" fmla="*/ 126802 w 139750"/>
                <a:gd name="connsiteY1" fmla="*/ 29468 h 290662"/>
                <a:gd name="connsiteX2" fmla="*/ 82600 w 139750"/>
                <a:gd name="connsiteY2" fmla="*/ 61838 h 290662"/>
                <a:gd name="connsiteX3" fmla="*/ 67420 w 139750"/>
                <a:gd name="connsiteY3" fmla="*/ 106264 h 290662"/>
                <a:gd name="connsiteX4" fmla="*/ 85502 w 139750"/>
                <a:gd name="connsiteY4" fmla="*/ 151582 h 290662"/>
                <a:gd name="connsiteX5" fmla="*/ 121667 w 139750"/>
                <a:gd name="connsiteY5" fmla="*/ 196007 h 290662"/>
                <a:gd name="connsiteX6" fmla="*/ 139750 w 139750"/>
                <a:gd name="connsiteY6" fmla="*/ 241548 h 290662"/>
                <a:gd name="connsiteX7" fmla="*/ 123230 w 139750"/>
                <a:gd name="connsiteY7" fmla="*/ 277044 h 290662"/>
                <a:gd name="connsiteX8" fmla="*/ 85725 w 139750"/>
                <a:gd name="connsiteY8" fmla="*/ 290662 h 290662"/>
                <a:gd name="connsiteX9" fmla="*/ 45765 w 139750"/>
                <a:gd name="connsiteY9" fmla="*/ 276151 h 290662"/>
                <a:gd name="connsiteX10" fmla="*/ 12949 w 139750"/>
                <a:gd name="connsiteY10" fmla="*/ 234628 h 290662"/>
                <a:gd name="connsiteX11" fmla="*/ 0 w 139750"/>
                <a:gd name="connsiteY11" fmla="*/ 172790 h 290662"/>
                <a:gd name="connsiteX12" fmla="*/ 9153 w 139750"/>
                <a:gd name="connsiteY12" fmla="*/ 117426 h 290662"/>
                <a:gd name="connsiteX13" fmla="*/ 35273 w 139750"/>
                <a:gd name="connsiteY13" fmla="*/ 68759 h 290662"/>
                <a:gd name="connsiteX14" fmla="*/ 76573 w 139750"/>
                <a:gd name="connsiteY14" fmla="*/ 28799 h 290662"/>
                <a:gd name="connsiteX15" fmla="*/ 126802 w 139750"/>
                <a:gd name="connsiteY15" fmla="*/ 0 h 29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750" h="290662">
                  <a:moveTo>
                    <a:pt x="126802" y="0"/>
                  </a:moveTo>
                  <a:lnTo>
                    <a:pt x="126802" y="29468"/>
                  </a:lnTo>
                  <a:cubicBezTo>
                    <a:pt x="107454" y="37803"/>
                    <a:pt x="92720" y="48593"/>
                    <a:pt x="82600" y="61838"/>
                  </a:cubicBezTo>
                  <a:cubicBezTo>
                    <a:pt x="72480" y="75084"/>
                    <a:pt x="67420" y="89892"/>
                    <a:pt x="67420" y="106264"/>
                  </a:cubicBezTo>
                  <a:cubicBezTo>
                    <a:pt x="67420" y="121742"/>
                    <a:pt x="73447" y="136848"/>
                    <a:pt x="85502" y="151582"/>
                  </a:cubicBezTo>
                  <a:cubicBezTo>
                    <a:pt x="97557" y="166316"/>
                    <a:pt x="109612" y="181124"/>
                    <a:pt x="121667" y="196007"/>
                  </a:cubicBezTo>
                  <a:cubicBezTo>
                    <a:pt x="133723" y="210890"/>
                    <a:pt x="139750" y="226070"/>
                    <a:pt x="139750" y="241548"/>
                  </a:cubicBezTo>
                  <a:cubicBezTo>
                    <a:pt x="139750" y="256133"/>
                    <a:pt x="134243" y="267965"/>
                    <a:pt x="123230" y="277044"/>
                  </a:cubicBezTo>
                  <a:cubicBezTo>
                    <a:pt x="112217" y="286122"/>
                    <a:pt x="99715" y="290662"/>
                    <a:pt x="85725" y="290662"/>
                  </a:cubicBezTo>
                  <a:cubicBezTo>
                    <a:pt x="72331" y="290662"/>
                    <a:pt x="59011" y="285825"/>
                    <a:pt x="45765" y="276151"/>
                  </a:cubicBezTo>
                  <a:cubicBezTo>
                    <a:pt x="32519" y="266477"/>
                    <a:pt x="21581" y="252636"/>
                    <a:pt x="12949" y="234628"/>
                  </a:cubicBezTo>
                  <a:cubicBezTo>
                    <a:pt x="4317" y="216620"/>
                    <a:pt x="0" y="196007"/>
                    <a:pt x="0" y="172790"/>
                  </a:cubicBezTo>
                  <a:cubicBezTo>
                    <a:pt x="0" y="153740"/>
                    <a:pt x="3051" y="135285"/>
                    <a:pt x="9153" y="117426"/>
                  </a:cubicBezTo>
                  <a:cubicBezTo>
                    <a:pt x="15255" y="99566"/>
                    <a:pt x="23962" y="83344"/>
                    <a:pt x="35273" y="68759"/>
                  </a:cubicBezTo>
                  <a:cubicBezTo>
                    <a:pt x="46584" y="54174"/>
                    <a:pt x="60350" y="40854"/>
                    <a:pt x="76573" y="28799"/>
                  </a:cubicBezTo>
                  <a:cubicBezTo>
                    <a:pt x="92795" y="16743"/>
                    <a:pt x="109538" y="7144"/>
                    <a:pt x="126802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68528" tIns="34264" rIns="68528" bIns="34264" numCol="1" spcCol="0" rtlCol="0" fromWordArt="0" anchor="t" anchorCtr="0" forceAA="0" compatLnSpc="1">
              <a:noAutofit/>
            </a:bodyPr>
            <a:lstStyle/>
            <a:p>
              <a:pPr algn="ctr" defTabSz="913765"/>
              <a:endParaRPr lang="zh-TW" altLang="en-US" sz="5395" dirty="0">
                <a:solidFill>
                  <a:srgbClr val="3D3D3D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" name="025484"/>
          <p:cNvSpPr/>
          <p:nvPr/>
        </p:nvSpPr>
        <p:spPr>
          <a:xfrm>
            <a:off x="1844270" y="592417"/>
            <a:ext cx="5644461" cy="633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3765">
              <a:lnSpc>
                <a:spcPct val="12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交流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·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创造</a:t>
            </a:r>
            <a:r>
              <a:rPr lang="en-US" altLang="zh-CN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·</a:t>
            </a:r>
            <a:r>
              <a:rPr lang="zh-CN" altLang="en-US" sz="3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积累</a:t>
            </a:r>
          </a:p>
        </p:txBody>
      </p:sp>
      <p:pic>
        <p:nvPicPr>
          <p:cNvPr id="17" name="397804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3623757" y="1429967"/>
            <a:ext cx="1896724" cy="1896724"/>
          </a:xfrm>
          <a:custGeom>
            <a:avLst/>
            <a:gdLst>
              <a:gd name="connsiteX0" fmla="*/ 1044116 w 2088232"/>
              <a:gd name="connsiteY0" fmla="*/ 0 h 2088232"/>
              <a:gd name="connsiteX1" fmla="*/ 2088232 w 2088232"/>
              <a:gd name="connsiteY1" fmla="*/ 1044116 h 2088232"/>
              <a:gd name="connsiteX2" fmla="*/ 1044116 w 2088232"/>
              <a:gd name="connsiteY2" fmla="*/ 2088232 h 2088232"/>
              <a:gd name="connsiteX3" fmla="*/ 0 w 2088232"/>
              <a:gd name="connsiteY3" fmla="*/ 1044116 h 2088232"/>
              <a:gd name="connsiteX4" fmla="*/ 1044116 w 2088232"/>
              <a:gd name="connsiteY4" fmla="*/ 0 h 208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232" h="2088232">
                <a:moveTo>
                  <a:pt x="1044116" y="0"/>
                </a:moveTo>
                <a:cubicBezTo>
                  <a:pt x="1620765" y="0"/>
                  <a:pt x="2088232" y="467467"/>
                  <a:pt x="2088232" y="1044116"/>
                </a:cubicBezTo>
                <a:cubicBezTo>
                  <a:pt x="2088232" y="1620765"/>
                  <a:pt x="1620765" y="2088232"/>
                  <a:pt x="1044116" y="2088232"/>
                </a:cubicBezTo>
                <a:cubicBezTo>
                  <a:pt x="467467" y="2088232"/>
                  <a:pt x="0" y="1620765"/>
                  <a:pt x="0" y="1044116"/>
                </a:cubicBezTo>
                <a:cubicBezTo>
                  <a:pt x="0" y="467467"/>
                  <a:pt x="467467" y="0"/>
                  <a:pt x="1044116" y="0"/>
                </a:cubicBezTo>
                <a:close/>
              </a:path>
            </a:pathLst>
          </a:custGeom>
          <a:ln w="57150">
            <a:solidFill>
              <a:srgbClr val="5487B1"/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BBCD0D0-0805-4952-AA6E-7AAFA3B9D377}"/>
              </a:ext>
            </a:extLst>
          </p:cNvPr>
          <p:cNvSpPr txBox="1"/>
          <p:nvPr/>
        </p:nvSpPr>
        <p:spPr>
          <a:xfrm>
            <a:off x="2473569" y="353105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华文琥珀" panose="02010800040101010101" pitchFamily="2" charset="-122"/>
                <a:ea typeface="华文琥珀" panose="02010800040101010101" pitchFamily="2" charset="-122"/>
              </a:rPr>
              <a:t>——</a:t>
            </a:r>
            <a:r>
              <a:rPr lang="zh-CN" altLang="en-US" sz="2400" dirty="0">
                <a:latin typeface="华文琥珀" panose="02010800040101010101" pitchFamily="2" charset="-122"/>
                <a:ea typeface="华文琥珀" panose="02010800040101010101" pitchFamily="2" charset="-122"/>
              </a:rPr>
              <a:t>好想法从交流中来</a:t>
            </a:r>
            <a:endParaRPr lang="en-US" altLang="zh-CN" sz="24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0" indent="0">
              <a:buNone/>
            </a:pPr>
            <a:endParaRPr lang="en-US" altLang="zh-CN" sz="24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华文琥珀" panose="02010800040101010101" pitchFamily="2" charset="-122"/>
                <a:ea typeface="华文琥珀" panose="02010800040101010101" pitchFamily="2" charset="-122"/>
              </a:rPr>
              <a:t>——</a:t>
            </a:r>
            <a:r>
              <a:rPr lang="zh-CN" altLang="en-US" sz="2400" dirty="0">
                <a:latin typeface="华文琥珀" panose="02010800040101010101" pitchFamily="2" charset="-122"/>
                <a:ea typeface="华文琥珀" panose="02010800040101010101" pitchFamily="2" charset="-122"/>
              </a:rPr>
              <a:t>好想法从巨人的肩膀上来</a:t>
            </a:r>
          </a:p>
        </p:txBody>
      </p:sp>
    </p:spTree>
  </p:cSld>
  <p:clrMapOvr>
    <a:masterClrMapping/>
  </p:clrMapOvr>
  <p:transition spd="slow" advTm="5461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1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7" t="4465" r="146"/>
          <a:stretch>
            <a:fillRect/>
          </a:stretch>
        </p:blipFill>
        <p:spPr>
          <a:xfrm>
            <a:off x="0" y="0"/>
            <a:ext cx="9144000" cy="5680772"/>
          </a:xfrm>
          <a:prstGeom prst="rect">
            <a:avLst/>
          </a:prstGeom>
        </p:spPr>
      </p:pic>
      <p:sp>
        <p:nvSpPr>
          <p:cNvPr id="13" name="等腰三角形 12"/>
          <p:cNvSpPr/>
          <p:nvPr/>
        </p:nvSpPr>
        <p:spPr>
          <a:xfrm>
            <a:off x="2800350" y="433654"/>
            <a:ext cx="3543300" cy="1568900"/>
          </a:xfrm>
          <a:prstGeom prst="triangle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0000">
                  <a:srgbClr val="012133">
                    <a:alpha val="5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4857" y="3328852"/>
            <a:ext cx="9778181" cy="35908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1539" y="1218104"/>
            <a:ext cx="740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i="1" spc="600" dirty="0">
                <a:solidFill>
                  <a:schemeClr val="bg1">
                    <a:alpha val="75000"/>
                  </a:schemeClr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T H A N K S</a:t>
            </a:r>
            <a:endParaRPr lang="zh-CN" altLang="en-US" sz="7200" i="1" spc="600" dirty="0">
              <a:solidFill>
                <a:schemeClr val="bg1">
                  <a:alpha val="75000"/>
                </a:schemeClr>
              </a:soli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51826" y="2232530"/>
            <a:ext cx="6840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000" spc="225">
                <a:solidFill>
                  <a:schemeClr val="bg1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defRPr>
            </a:lvl1pPr>
          </a:lstStyle>
          <a:p>
            <a:r>
              <a:rPr lang="zh-CN" altLang="en-US" sz="4800" dirty="0">
                <a:solidFill>
                  <a:schemeClr val="bg1">
                    <a:alpha val="92000"/>
                  </a:schemeClr>
                </a:solidFill>
              </a:rPr>
              <a:t>感谢聆听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6" grpId="0"/>
      <p:bldP spid="6" grpId="1"/>
      <p:bldP spid="2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沉稳大气商业计划书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2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i"/>
  <p:tag name="KSO_WM_UNIT_INDEX" val="1_3_2"/>
  <p:tag name="KSO_WM_UNIT_ID" val="diagram20174799_4*l_h_i*1_3_2"/>
  <p:tag name="KSO_WM_UNIT_LAYERLEVEL" val="1_1_1"/>
  <p:tag name="KSO_WM_DIAGRAM_GROUP_CODE" val="l1-1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i"/>
  <p:tag name="KSO_WM_UNIT_INDEX" val="1_1_1"/>
  <p:tag name="KSO_WM_UNIT_ID" val="diagram20174799_4*l_h_i*1_1_1"/>
  <p:tag name="KSO_WM_UNIT_LAYERLEVEL" val="1_1_1"/>
  <p:tag name="KSO_WM_DIAGRAM_GROUP_CODE" val="l1-1"/>
  <p:tag name="KSO_WM_UNIT_LINE_FORE_SCHEMECOLOR_INDEX" val="5"/>
  <p:tag name="KSO_WM_UNIT_LINE_FILL_TYPE" val="2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f"/>
  <p:tag name="KSO_WM_UNIT_INDEX" val="1_1_2"/>
  <p:tag name="KSO_WM_UNIT_LAYERLEVEL" val="1_1_1"/>
  <p:tag name="KSO_WM_UNIT_VALUE" val="2"/>
  <p:tag name="KSO_WM_UNIT_HIGHLIGHT" val="0"/>
  <p:tag name="KSO_WM_UNIT_COMPATIBLE" val="0"/>
  <p:tag name="KSO_WM_UNIT_CLEAR" val="0"/>
  <p:tag name="KSO_WM_DIAGRAM_GROUP_CODE" val="l1-1"/>
  <p:tag name="KSO_WM_UNIT_ID" val="diagram20174799_4*l_h_f*1_1_2"/>
  <p:tag name="KSO_WM_UNIT_PRESET_TEXT" val="72%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f"/>
  <p:tag name="KSO_WM_UNIT_INDEX" val="1_1_1"/>
  <p:tag name="KSO_WM_UNIT_LAYERLEVEL" val="1_1_1"/>
  <p:tag name="KSO_WM_UNIT_VALUE" val="40"/>
  <p:tag name="KSO_WM_UNIT_HIGHLIGHT" val="0"/>
  <p:tag name="KSO_WM_UNIT_COMPATIBLE" val="0"/>
  <p:tag name="KSO_WM_UNIT_CLEAR" val="0"/>
  <p:tag name="KSO_WM_UNIT_PRESET_TEXT_INDEX" val="4"/>
  <p:tag name="KSO_WM_UNIT_PRESET_TEXT_LEN" val="57"/>
  <p:tag name="KSO_WM_DIAGRAM_GROUP_CODE" val="l1-1"/>
  <p:tag name="KSO_WM_UNIT_ID" val="diagram20174799_4*l_h_f*1_1_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a"/>
  <p:tag name="KSO_WM_UNIT_INDEX" val="1_1_1"/>
  <p:tag name="KSO_WM_UNIT_LAYERLEVEL" val="1_1_1"/>
  <p:tag name="KSO_WM_UNIT_VALUE" val="7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74799_4*l_h_a*1_1_1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i"/>
  <p:tag name="KSO_WM_UNIT_INDEX" val="1_1_2"/>
  <p:tag name="KSO_WM_UNIT_ID" val="diagram20174799_4*l_h_i*1_1_2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i"/>
  <p:tag name="KSO_WM_UNIT_INDEX" val="1_2_1"/>
  <p:tag name="KSO_WM_UNIT_ID" val="diagram20174799_4*l_h_i*1_2_1"/>
  <p:tag name="KSO_WM_UNIT_LAYERLEVEL" val="1_1_1"/>
  <p:tag name="KSO_WM_DIAGRAM_GROUP_CODE" val="l1-1"/>
  <p:tag name="KSO_WM_UNIT_LINE_FORE_SCHEMECOLOR_INDEX" val="7"/>
  <p:tag name="KSO_WM_UNIT_LINE_FILL_TYPE" val="2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f"/>
  <p:tag name="KSO_WM_UNIT_INDEX" val="1_2_2"/>
  <p:tag name="KSO_WM_UNIT_LAYERLEVEL" val="1_1_1"/>
  <p:tag name="KSO_WM_UNIT_VALUE" val="2"/>
  <p:tag name="KSO_WM_UNIT_HIGHLIGHT" val="0"/>
  <p:tag name="KSO_WM_UNIT_COMPATIBLE" val="0"/>
  <p:tag name="KSO_WM_UNIT_CLEAR" val="0"/>
  <p:tag name="KSO_WM_DIAGRAM_GROUP_CODE" val="l1-1"/>
  <p:tag name="KSO_WM_UNIT_ID" val="diagram20174799_4*l_h_f*1_2_2"/>
  <p:tag name="KSO_WM_UNIT_PRESET_TEXT" val="60%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a"/>
  <p:tag name="KSO_WM_UNIT_INDEX" val="1_2_1"/>
  <p:tag name="KSO_WM_UNIT_LAYERLEVEL" val="1_1_1"/>
  <p:tag name="KSO_WM_UNIT_VALUE" val="7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74799_4*l_h_a*1_2_1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i"/>
  <p:tag name="KSO_WM_UNIT_INDEX" val="1_2_2"/>
  <p:tag name="KSO_WM_UNIT_ID" val="diagram20174799_4*l_h_i*1_2_2"/>
  <p:tag name="KSO_WM_UNIT_LAYERLEVEL" val="1_1_1"/>
  <p:tag name="KSO_WM_DIAGRAM_GROUP_CODE" val="l1-1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i"/>
  <p:tag name="KSO_WM_UNIT_INDEX" val="1_3_1"/>
  <p:tag name="KSO_WM_UNIT_ID" val="diagram20174799_4*l_h_i*1_3_1"/>
  <p:tag name="KSO_WM_UNIT_LAYERLEVEL" val="1_1_1"/>
  <p:tag name="KSO_WM_DIAGRAM_GROUP_CODE" val="l1-1"/>
  <p:tag name="KSO_WM_UNIT_LINE_FORE_SCHEMECOLOR_INDEX" val="8"/>
  <p:tag name="KSO_WM_UNIT_LINE_FILL_TYPE" val="2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f"/>
  <p:tag name="KSO_WM_UNIT_INDEX" val="1_3_2"/>
  <p:tag name="KSO_WM_UNIT_LAYERLEVEL" val="1_1_1"/>
  <p:tag name="KSO_WM_UNIT_VALUE" val="2"/>
  <p:tag name="KSO_WM_UNIT_HIGHLIGHT" val="0"/>
  <p:tag name="KSO_WM_UNIT_COMPATIBLE" val="0"/>
  <p:tag name="KSO_WM_UNIT_CLEAR" val="0"/>
  <p:tag name="KSO_WM_DIAGRAM_GROUP_CODE" val="l1-1"/>
  <p:tag name="KSO_WM_UNIT_ID" val="diagram20174799_4*l_h_f*1_3_2"/>
  <p:tag name="KSO_WM_UNIT_PRESET_TEXT" val="50%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4799"/>
  <p:tag name="KSO_WM_UNIT_TYPE" val="l_h_a"/>
  <p:tag name="KSO_WM_UNIT_INDEX" val="1_3_1"/>
  <p:tag name="KSO_WM_UNIT_LAYERLEVEL" val="1_1_1"/>
  <p:tag name="KSO_WM_UNIT_VALUE" val="7"/>
  <p:tag name="KSO_WM_UNIT_HIGHLIGHT" val="0"/>
  <p:tag name="KSO_WM_UNIT_COMPATIBLE" val="0"/>
  <p:tag name="KSO_WM_UNIT_CLEAR" val="0"/>
  <p:tag name="KSO_WM_UNIT_PRESET_TEXT_INDEX" val="3"/>
  <p:tag name="KSO_WM_UNIT_PRESET_TEXT_LEN" val="5"/>
  <p:tag name="KSO_WM_DIAGRAM_GROUP_CODE" val="l1-1"/>
  <p:tag name="KSO_WM_UNIT_ID" val="diagram20174799_4*l_h_a*1_3_1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510</TotalTime>
  <Words>591</Words>
  <Application>Microsoft Office PowerPoint</Application>
  <PresentationFormat>全屏显示(16:9)</PresentationFormat>
  <Paragraphs>141</Paragraphs>
  <Slides>16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方正小标宋简体</vt:lpstr>
      <vt:lpstr>Arial</vt:lpstr>
      <vt:lpstr>微软雅黑</vt:lpstr>
      <vt:lpstr>华文琥珀</vt:lpstr>
      <vt:lpstr>Impact</vt:lpstr>
      <vt:lpstr>Calibri Light</vt:lpstr>
      <vt:lpstr>Calibri</vt:lpstr>
      <vt:lpstr>Wingdings</vt:lpstr>
      <vt:lpstr>华文楷体</vt:lpstr>
      <vt:lpstr>等线</vt:lpstr>
      <vt:lpstr>思源黑体 CN 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沉稳大气商业计划书</dc:title>
  <dc:creator>user</dc:creator>
  <cp:lastModifiedBy>廷峰 潘</cp:lastModifiedBy>
  <cp:revision>321</cp:revision>
  <dcterms:created xsi:type="dcterms:W3CDTF">2018-04-19T08:58:00Z</dcterms:created>
  <dcterms:modified xsi:type="dcterms:W3CDTF">2024-05-24T07:55:52Z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EBA7987DE8BC4615B651EFFF6F5109A0</vt:lpwstr>
  </property>
  <property fmtid="{D5CDD505-2E9C-101B-9397-08002B2CF9AE}" pid="3" name="KSOProductBuildVer">
    <vt:lpwstr>2052-11.1.0.10938</vt:lpwstr>
  </property>
</Properties>
</file>